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16527F0-91B4-4C34-AA94-14C15FFD362B}">
          <p14:sldIdLst>
            <p14:sldId id="256"/>
            <p14:sldId id="257"/>
            <p14:sldId id="258"/>
            <p14:sldId id="259"/>
            <p14:sldId id="260"/>
            <p14:sldId id="261"/>
            <p14:sldId id="262"/>
            <p14:sldId id="263"/>
            <p14:sldId id="264"/>
            <p14:sldId id="265"/>
            <p14:sldId id="266"/>
            <p14:sldId id="267"/>
            <p14:sldId id="269"/>
            <p14:sldId id="270"/>
            <p14:sldId id="271"/>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sinshaikh25@outlook.com" initials="Y" lastIdx="1" clrIdx="0">
    <p:extLst>
      <p:ext uri="{19B8F6BF-5375-455C-9EA6-DF929625EA0E}">
        <p15:presenceInfo xmlns:p15="http://schemas.microsoft.com/office/powerpoint/2012/main" userId="6043de33e7a0b31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1330" y="4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inshaikh25@outlook.com" userId="6043de33e7a0b317" providerId="LiveId" clId="{347B0DB9-50E0-48AB-AD53-E79BFC0D0A68}"/>
    <pc:docChg chg="undo custSel addSld modSld modMainMaster">
      <pc:chgData name="Yasinshaikh25@outlook.com" userId="6043de33e7a0b317" providerId="LiveId" clId="{347B0DB9-50E0-48AB-AD53-E79BFC0D0A68}" dt="2026-05-11T01:10:11.256" v="304" actId="14100"/>
      <pc:docMkLst>
        <pc:docMk/>
      </pc:docMkLst>
      <pc:sldChg chg="modSp mod">
        <pc:chgData name="Yasinshaikh25@outlook.com" userId="6043de33e7a0b317" providerId="LiveId" clId="{347B0DB9-50E0-48AB-AD53-E79BFC0D0A68}" dt="2026-05-02T12:42:40.102" v="222" actId="27636"/>
        <pc:sldMkLst>
          <pc:docMk/>
          <pc:sldMk cId="306448597" sldId="256"/>
        </pc:sldMkLst>
        <pc:spChg chg="mod">
          <ac:chgData name="Yasinshaikh25@outlook.com" userId="6043de33e7a0b317" providerId="LiveId" clId="{347B0DB9-50E0-48AB-AD53-E79BFC0D0A68}" dt="2026-05-02T12:42:40.102" v="222" actId="27636"/>
          <ac:spMkLst>
            <pc:docMk/>
            <pc:sldMk cId="306448597" sldId="256"/>
            <ac:spMk id="4" creationId="{59C7FC4A-9941-42EB-BCBF-C557B6BAF8FC}"/>
          </ac:spMkLst>
        </pc:spChg>
        <pc:picChg chg="mod">
          <ac:chgData name="Yasinshaikh25@outlook.com" userId="6043de33e7a0b317" providerId="LiveId" clId="{347B0DB9-50E0-48AB-AD53-E79BFC0D0A68}" dt="2026-05-02T12:42:39.907" v="219"/>
          <ac:picMkLst>
            <pc:docMk/>
            <pc:sldMk cId="306448597" sldId="256"/>
            <ac:picMk id="9" creationId="{57133537-F3DD-4123-BD5B-904F34ADAE51}"/>
          </ac:picMkLst>
        </pc:picChg>
      </pc:sldChg>
      <pc:sldChg chg="modSp">
        <pc:chgData name="Yasinshaikh25@outlook.com" userId="6043de33e7a0b317" providerId="LiveId" clId="{347B0DB9-50E0-48AB-AD53-E79BFC0D0A68}" dt="2026-05-02T12:42:39.907" v="219"/>
        <pc:sldMkLst>
          <pc:docMk/>
          <pc:sldMk cId="432122713" sldId="257"/>
        </pc:sldMkLst>
        <pc:spChg chg="mod">
          <ac:chgData name="Yasinshaikh25@outlook.com" userId="6043de33e7a0b317" providerId="LiveId" clId="{347B0DB9-50E0-48AB-AD53-E79BFC0D0A68}" dt="2026-05-02T12:42:39.907" v="219"/>
          <ac:spMkLst>
            <pc:docMk/>
            <pc:sldMk cId="432122713" sldId="257"/>
            <ac:spMk id="11" creationId="{ED8F4D44-670F-40D0-896C-14C9E1123194}"/>
          </ac:spMkLst>
        </pc:spChg>
        <pc:picChg chg="mod">
          <ac:chgData name="Yasinshaikh25@outlook.com" userId="6043de33e7a0b317" providerId="LiveId" clId="{347B0DB9-50E0-48AB-AD53-E79BFC0D0A68}" dt="2026-05-02T12:42:39.907" v="219"/>
          <ac:picMkLst>
            <pc:docMk/>
            <pc:sldMk cId="432122713" sldId="257"/>
            <ac:picMk id="15" creationId="{84E6B693-D2FD-46D8-B56F-5980B3A3D4B1}"/>
          </ac:picMkLst>
        </pc:picChg>
      </pc:sldChg>
      <pc:sldChg chg="modSp">
        <pc:chgData name="Yasinshaikh25@outlook.com" userId="6043de33e7a0b317" providerId="LiveId" clId="{347B0DB9-50E0-48AB-AD53-E79BFC0D0A68}" dt="2026-05-02T12:42:39.907" v="219"/>
        <pc:sldMkLst>
          <pc:docMk/>
          <pc:sldMk cId="3532441150" sldId="258"/>
        </pc:sldMkLst>
        <pc:spChg chg="mod">
          <ac:chgData name="Yasinshaikh25@outlook.com" userId="6043de33e7a0b317" providerId="LiveId" clId="{347B0DB9-50E0-48AB-AD53-E79BFC0D0A68}" dt="2026-05-02T12:42:39.907" v="219"/>
          <ac:spMkLst>
            <pc:docMk/>
            <pc:sldMk cId="3532441150" sldId="258"/>
            <ac:spMk id="5" creationId="{B636C75A-71E2-4C03-8160-C8CB70763F8A}"/>
          </ac:spMkLst>
        </pc:spChg>
        <pc:spChg chg="mod">
          <ac:chgData name="Yasinshaikh25@outlook.com" userId="6043de33e7a0b317" providerId="LiveId" clId="{347B0DB9-50E0-48AB-AD53-E79BFC0D0A68}" dt="2026-05-02T12:42:39.907" v="219"/>
          <ac:spMkLst>
            <pc:docMk/>
            <pc:sldMk cId="3532441150" sldId="258"/>
            <ac:spMk id="6" creationId="{8F4362DC-C373-4A89-8527-191DC6B69C84}"/>
          </ac:spMkLst>
        </pc:spChg>
        <pc:picChg chg="mod">
          <ac:chgData name="Yasinshaikh25@outlook.com" userId="6043de33e7a0b317" providerId="LiveId" clId="{347B0DB9-50E0-48AB-AD53-E79BFC0D0A68}" dt="2026-05-02T12:42:39.907" v="219"/>
          <ac:picMkLst>
            <pc:docMk/>
            <pc:sldMk cId="3532441150" sldId="258"/>
            <ac:picMk id="8" creationId="{11DEE0C8-6DCF-4531-9D54-9FED2A6F31FE}"/>
          </ac:picMkLst>
        </pc:picChg>
      </pc:sldChg>
      <pc:sldChg chg="modSp mod">
        <pc:chgData name="Yasinshaikh25@outlook.com" userId="6043de33e7a0b317" providerId="LiveId" clId="{347B0DB9-50E0-48AB-AD53-E79BFC0D0A68}" dt="2026-05-02T12:42:39.907" v="219"/>
        <pc:sldMkLst>
          <pc:docMk/>
          <pc:sldMk cId="4027432023" sldId="259"/>
        </pc:sldMkLst>
        <pc:spChg chg="mod">
          <ac:chgData name="Yasinshaikh25@outlook.com" userId="6043de33e7a0b317" providerId="LiveId" clId="{347B0DB9-50E0-48AB-AD53-E79BFC0D0A68}" dt="2026-05-02T12:42:39.907" v="219"/>
          <ac:spMkLst>
            <pc:docMk/>
            <pc:sldMk cId="4027432023" sldId="259"/>
            <ac:spMk id="5" creationId="{5F49AD45-F2C7-4043-9633-93391F3098BE}"/>
          </ac:spMkLst>
        </pc:spChg>
      </pc:sldChg>
      <pc:sldChg chg="addSp delSp modSp new mod modClrScheme chgLayout">
        <pc:chgData name="Yasinshaikh25@outlook.com" userId="6043de33e7a0b317" providerId="LiveId" clId="{347B0DB9-50E0-48AB-AD53-E79BFC0D0A68}" dt="2026-05-11T01:10:11.256" v="304" actId="14100"/>
        <pc:sldMkLst>
          <pc:docMk/>
          <pc:sldMk cId="2738660703" sldId="260"/>
        </pc:sldMkLst>
        <pc:spChg chg="del mod ord">
          <ac:chgData name="Yasinshaikh25@outlook.com" userId="6043de33e7a0b317" providerId="LiveId" clId="{347B0DB9-50E0-48AB-AD53-E79BFC0D0A68}" dt="2026-05-02T12:07:37.520" v="1" actId="700"/>
          <ac:spMkLst>
            <pc:docMk/>
            <pc:sldMk cId="2738660703" sldId="260"/>
            <ac:spMk id="2" creationId="{C221F087-50EE-418C-A108-6492C542829A}"/>
          </ac:spMkLst>
        </pc:spChg>
        <pc:spChg chg="del mod ord">
          <ac:chgData name="Yasinshaikh25@outlook.com" userId="6043de33e7a0b317" providerId="LiveId" clId="{347B0DB9-50E0-48AB-AD53-E79BFC0D0A68}" dt="2026-05-02T12:07:37.520" v="1" actId="700"/>
          <ac:spMkLst>
            <pc:docMk/>
            <pc:sldMk cId="2738660703" sldId="260"/>
            <ac:spMk id="3" creationId="{B51AF7DF-C6B5-4B4D-9F78-C159F1EF40A1}"/>
          </ac:spMkLst>
        </pc:spChg>
        <pc:spChg chg="del">
          <ac:chgData name="Yasinshaikh25@outlook.com" userId="6043de33e7a0b317" providerId="LiveId" clId="{347B0DB9-50E0-48AB-AD53-E79BFC0D0A68}" dt="2026-05-02T12:07:37.520" v="1" actId="700"/>
          <ac:spMkLst>
            <pc:docMk/>
            <pc:sldMk cId="2738660703" sldId="260"/>
            <ac:spMk id="4" creationId="{D64822FE-F7A6-4023-BAF4-C86FBB420712}"/>
          </ac:spMkLst>
        </pc:spChg>
        <pc:spChg chg="del">
          <ac:chgData name="Yasinshaikh25@outlook.com" userId="6043de33e7a0b317" providerId="LiveId" clId="{347B0DB9-50E0-48AB-AD53-E79BFC0D0A68}" dt="2026-05-02T12:07:37.520" v="1" actId="700"/>
          <ac:spMkLst>
            <pc:docMk/>
            <pc:sldMk cId="2738660703" sldId="260"/>
            <ac:spMk id="5" creationId="{200A8B6A-395E-4BF5-BE85-A5D1B1D6535E}"/>
          </ac:spMkLst>
        </pc:spChg>
        <pc:spChg chg="del">
          <ac:chgData name="Yasinshaikh25@outlook.com" userId="6043de33e7a0b317" providerId="LiveId" clId="{347B0DB9-50E0-48AB-AD53-E79BFC0D0A68}" dt="2026-05-02T12:07:37.520" v="1" actId="700"/>
          <ac:spMkLst>
            <pc:docMk/>
            <pc:sldMk cId="2738660703" sldId="260"/>
            <ac:spMk id="6" creationId="{D2AD74A0-D0E0-4FEB-A23F-66F9A4DB019D}"/>
          </ac:spMkLst>
        </pc:spChg>
        <pc:spChg chg="del">
          <ac:chgData name="Yasinshaikh25@outlook.com" userId="6043de33e7a0b317" providerId="LiveId" clId="{347B0DB9-50E0-48AB-AD53-E79BFC0D0A68}" dt="2026-05-02T12:07:37.520" v="1" actId="700"/>
          <ac:spMkLst>
            <pc:docMk/>
            <pc:sldMk cId="2738660703" sldId="260"/>
            <ac:spMk id="7" creationId="{D33ECBA5-6880-4E2C-A3D7-AF9FF9563CB2}"/>
          </ac:spMkLst>
        </pc:spChg>
        <pc:spChg chg="del">
          <ac:chgData name="Yasinshaikh25@outlook.com" userId="6043de33e7a0b317" providerId="LiveId" clId="{347B0DB9-50E0-48AB-AD53-E79BFC0D0A68}" dt="2026-05-02T12:07:37.520" v="1" actId="700"/>
          <ac:spMkLst>
            <pc:docMk/>
            <pc:sldMk cId="2738660703" sldId="260"/>
            <ac:spMk id="8" creationId="{A2A3065F-F1BB-41FA-987A-307FE6C27BBD}"/>
          </ac:spMkLst>
        </pc:spChg>
        <pc:spChg chg="add mod ord">
          <ac:chgData name="Yasinshaikh25@outlook.com" userId="6043de33e7a0b317" providerId="LiveId" clId="{347B0DB9-50E0-48AB-AD53-E79BFC0D0A68}" dt="2026-05-02T12:42:39.907" v="219"/>
          <ac:spMkLst>
            <pc:docMk/>
            <pc:sldMk cId="2738660703" sldId="260"/>
            <ac:spMk id="9" creationId="{843DE3BF-3AA6-4CA4-B421-BE6C93FBC78C}"/>
          </ac:spMkLst>
        </pc:spChg>
        <pc:spChg chg="add del mod ord">
          <ac:chgData name="Yasinshaikh25@outlook.com" userId="6043de33e7a0b317" providerId="LiveId" clId="{347B0DB9-50E0-48AB-AD53-E79BFC0D0A68}" dt="2026-05-02T12:08:14.583" v="6"/>
          <ac:spMkLst>
            <pc:docMk/>
            <pc:sldMk cId="2738660703" sldId="260"/>
            <ac:spMk id="10" creationId="{C7443A03-DF76-4F64-9E11-FEC44710B1BE}"/>
          </ac:spMkLst>
        </pc:spChg>
        <pc:spChg chg="add mod ord">
          <ac:chgData name="Yasinshaikh25@outlook.com" userId="6043de33e7a0b317" providerId="LiveId" clId="{347B0DB9-50E0-48AB-AD53-E79BFC0D0A68}" dt="2026-05-11T01:10:11.256" v="304" actId="14100"/>
          <ac:spMkLst>
            <pc:docMk/>
            <pc:sldMk cId="2738660703" sldId="260"/>
            <ac:spMk id="11" creationId="{4C073D37-8ACF-4DEE-8191-880CAA990FC2}"/>
          </ac:spMkLst>
        </pc:spChg>
      </pc:sldChg>
      <pc:sldChg chg="addSp delSp modSp new mod modClrScheme addCm delCm chgLayout">
        <pc:chgData name="Yasinshaikh25@outlook.com" userId="6043de33e7a0b317" providerId="LiveId" clId="{347B0DB9-50E0-48AB-AD53-E79BFC0D0A68}" dt="2026-05-02T12:43:03.106" v="226" actId="207"/>
        <pc:sldMkLst>
          <pc:docMk/>
          <pc:sldMk cId="1161314175" sldId="261"/>
        </pc:sldMkLst>
        <pc:spChg chg="del mod ord">
          <ac:chgData name="Yasinshaikh25@outlook.com" userId="6043de33e7a0b317" providerId="LiveId" clId="{347B0DB9-50E0-48AB-AD53-E79BFC0D0A68}" dt="2026-05-02T12:13:10.748" v="34" actId="700"/>
          <ac:spMkLst>
            <pc:docMk/>
            <pc:sldMk cId="1161314175" sldId="261"/>
            <ac:spMk id="2" creationId="{E8BE02EF-00F1-4A03-B6F2-72E93F893150}"/>
          </ac:spMkLst>
        </pc:spChg>
        <pc:spChg chg="del mod ord">
          <ac:chgData name="Yasinshaikh25@outlook.com" userId="6043de33e7a0b317" providerId="LiveId" clId="{347B0DB9-50E0-48AB-AD53-E79BFC0D0A68}" dt="2026-05-02T12:13:10.748" v="34" actId="700"/>
          <ac:spMkLst>
            <pc:docMk/>
            <pc:sldMk cId="1161314175" sldId="261"/>
            <ac:spMk id="3" creationId="{0ECE5936-B1E1-4EA6-A3FD-7B7B42E86C85}"/>
          </ac:spMkLst>
        </pc:spChg>
        <pc:spChg chg="add mod ord">
          <ac:chgData name="Yasinshaikh25@outlook.com" userId="6043de33e7a0b317" providerId="LiveId" clId="{347B0DB9-50E0-48AB-AD53-E79BFC0D0A68}" dt="2026-05-02T12:43:03.106" v="226" actId="207"/>
          <ac:spMkLst>
            <pc:docMk/>
            <pc:sldMk cId="1161314175" sldId="261"/>
            <ac:spMk id="4" creationId="{44B22936-2A4B-40E3-9BA0-F2E994148FD0}"/>
          </ac:spMkLst>
        </pc:spChg>
        <pc:spChg chg="add mod ord">
          <ac:chgData name="Yasinshaikh25@outlook.com" userId="6043de33e7a0b317" providerId="LiveId" clId="{347B0DB9-50E0-48AB-AD53-E79BFC0D0A68}" dt="2026-05-02T12:42:40.128" v="224" actId="27636"/>
          <ac:spMkLst>
            <pc:docMk/>
            <pc:sldMk cId="1161314175" sldId="261"/>
            <ac:spMk id="5" creationId="{E64CDBF4-38D0-4D22-A208-31E9E0614CA0}"/>
          </ac:spMkLst>
        </pc:spChg>
        <pc:spChg chg="add mod ord">
          <ac:chgData name="Yasinshaikh25@outlook.com" userId="6043de33e7a0b317" providerId="LiveId" clId="{347B0DB9-50E0-48AB-AD53-E79BFC0D0A68}" dt="2026-05-02T12:42:40.125" v="223" actId="27636"/>
          <ac:spMkLst>
            <pc:docMk/>
            <pc:sldMk cId="1161314175" sldId="261"/>
            <ac:spMk id="6" creationId="{5C625698-C600-4B3E-9CE0-34CD1E93978F}"/>
          </ac:spMkLst>
        </pc:spChg>
      </pc:sldChg>
      <pc:sldChg chg="addSp delSp modSp new mod modClrScheme chgLayout">
        <pc:chgData name="Yasinshaikh25@outlook.com" userId="6043de33e7a0b317" providerId="LiveId" clId="{347B0DB9-50E0-48AB-AD53-E79BFC0D0A68}" dt="2026-05-02T12:48:09.895" v="301" actId="20577"/>
        <pc:sldMkLst>
          <pc:docMk/>
          <pc:sldMk cId="866121833" sldId="262"/>
        </pc:sldMkLst>
        <pc:spChg chg="del mod ord">
          <ac:chgData name="Yasinshaikh25@outlook.com" userId="6043de33e7a0b317" providerId="LiveId" clId="{347B0DB9-50E0-48AB-AD53-E79BFC0D0A68}" dt="2026-05-02T12:41:13.203" v="203" actId="700"/>
          <ac:spMkLst>
            <pc:docMk/>
            <pc:sldMk cId="866121833" sldId="262"/>
            <ac:spMk id="2" creationId="{3956850B-D459-485F-9945-7AEF5FC260CC}"/>
          </ac:spMkLst>
        </pc:spChg>
        <pc:spChg chg="del mod ord">
          <ac:chgData name="Yasinshaikh25@outlook.com" userId="6043de33e7a0b317" providerId="LiveId" clId="{347B0DB9-50E0-48AB-AD53-E79BFC0D0A68}" dt="2026-05-02T12:41:13.203" v="203" actId="700"/>
          <ac:spMkLst>
            <pc:docMk/>
            <pc:sldMk cId="866121833" sldId="262"/>
            <ac:spMk id="3" creationId="{E3BE99DE-8C98-489F-8C9C-B172723C2D49}"/>
          </ac:spMkLst>
        </pc:spChg>
        <pc:spChg chg="del mod ord">
          <ac:chgData name="Yasinshaikh25@outlook.com" userId="6043de33e7a0b317" providerId="LiveId" clId="{347B0DB9-50E0-48AB-AD53-E79BFC0D0A68}" dt="2026-05-02T12:41:13.203" v="203" actId="700"/>
          <ac:spMkLst>
            <pc:docMk/>
            <pc:sldMk cId="866121833" sldId="262"/>
            <ac:spMk id="4" creationId="{CA05A62B-9B8F-4E01-A657-52CA32EFE0FE}"/>
          </ac:spMkLst>
        </pc:spChg>
        <pc:spChg chg="add del mod ord">
          <ac:chgData name="Yasinshaikh25@outlook.com" userId="6043de33e7a0b317" providerId="LiveId" clId="{347B0DB9-50E0-48AB-AD53-E79BFC0D0A68}" dt="2026-05-02T12:41:18.232" v="204" actId="700"/>
          <ac:spMkLst>
            <pc:docMk/>
            <pc:sldMk cId="866121833" sldId="262"/>
            <ac:spMk id="5" creationId="{92888EB7-60D9-4D73-A665-44D3959E612A}"/>
          </ac:spMkLst>
        </pc:spChg>
        <pc:spChg chg="add del mod ord">
          <ac:chgData name="Yasinshaikh25@outlook.com" userId="6043de33e7a0b317" providerId="LiveId" clId="{347B0DB9-50E0-48AB-AD53-E79BFC0D0A68}" dt="2026-05-02T12:41:18.232" v="204" actId="700"/>
          <ac:spMkLst>
            <pc:docMk/>
            <pc:sldMk cId="866121833" sldId="262"/>
            <ac:spMk id="6" creationId="{BE57F924-E94D-4C29-92DB-1EFD81DD968F}"/>
          </ac:spMkLst>
        </pc:spChg>
        <pc:spChg chg="add del mod ord">
          <ac:chgData name="Yasinshaikh25@outlook.com" userId="6043de33e7a0b317" providerId="LiveId" clId="{347B0DB9-50E0-48AB-AD53-E79BFC0D0A68}" dt="2026-05-02T12:41:18.232" v="204" actId="700"/>
          <ac:spMkLst>
            <pc:docMk/>
            <pc:sldMk cId="866121833" sldId="262"/>
            <ac:spMk id="7" creationId="{78D88B69-1CD9-4A39-B4EF-40067FFDCB7D}"/>
          </ac:spMkLst>
        </pc:spChg>
        <pc:spChg chg="add del mod ord">
          <ac:chgData name="Yasinshaikh25@outlook.com" userId="6043de33e7a0b317" providerId="LiveId" clId="{347B0DB9-50E0-48AB-AD53-E79BFC0D0A68}" dt="2026-05-02T12:41:18.232" v="204" actId="700"/>
          <ac:spMkLst>
            <pc:docMk/>
            <pc:sldMk cId="866121833" sldId="262"/>
            <ac:spMk id="8" creationId="{3D8713AC-4A21-4FFD-A34B-41EACB0B495C}"/>
          </ac:spMkLst>
        </pc:spChg>
        <pc:spChg chg="add del mod ord">
          <ac:chgData name="Yasinshaikh25@outlook.com" userId="6043de33e7a0b317" providerId="LiveId" clId="{347B0DB9-50E0-48AB-AD53-E79BFC0D0A68}" dt="2026-05-02T12:41:18.232" v="204" actId="700"/>
          <ac:spMkLst>
            <pc:docMk/>
            <pc:sldMk cId="866121833" sldId="262"/>
            <ac:spMk id="9" creationId="{410FE9AB-D232-4176-9C5A-CDFF3166319A}"/>
          </ac:spMkLst>
        </pc:spChg>
        <pc:spChg chg="add del mod ord">
          <ac:chgData name="Yasinshaikh25@outlook.com" userId="6043de33e7a0b317" providerId="LiveId" clId="{347B0DB9-50E0-48AB-AD53-E79BFC0D0A68}" dt="2026-05-02T12:41:27.719" v="205" actId="700"/>
          <ac:spMkLst>
            <pc:docMk/>
            <pc:sldMk cId="866121833" sldId="262"/>
            <ac:spMk id="10" creationId="{5F6A7E23-6882-444C-B2E6-E81396131286}"/>
          </ac:spMkLst>
        </pc:spChg>
        <pc:spChg chg="add del mod ord">
          <ac:chgData name="Yasinshaikh25@outlook.com" userId="6043de33e7a0b317" providerId="LiveId" clId="{347B0DB9-50E0-48AB-AD53-E79BFC0D0A68}" dt="2026-05-02T12:41:27.719" v="205" actId="700"/>
          <ac:spMkLst>
            <pc:docMk/>
            <pc:sldMk cId="866121833" sldId="262"/>
            <ac:spMk id="11" creationId="{E83B4D2B-FB45-4AAF-AEBF-CB2915DEB540}"/>
          </ac:spMkLst>
        </pc:spChg>
        <pc:spChg chg="add del mod ord">
          <ac:chgData name="Yasinshaikh25@outlook.com" userId="6043de33e7a0b317" providerId="LiveId" clId="{347B0DB9-50E0-48AB-AD53-E79BFC0D0A68}" dt="2026-05-02T12:41:27.719" v="205" actId="700"/>
          <ac:spMkLst>
            <pc:docMk/>
            <pc:sldMk cId="866121833" sldId="262"/>
            <ac:spMk id="12" creationId="{57376F7A-5B3B-4C0E-A848-24845C20A178}"/>
          </ac:spMkLst>
        </pc:spChg>
        <pc:spChg chg="add del mod ord">
          <ac:chgData name="Yasinshaikh25@outlook.com" userId="6043de33e7a0b317" providerId="LiveId" clId="{347B0DB9-50E0-48AB-AD53-E79BFC0D0A68}" dt="2026-05-02T12:41:27.719" v="205" actId="700"/>
          <ac:spMkLst>
            <pc:docMk/>
            <pc:sldMk cId="866121833" sldId="262"/>
            <ac:spMk id="13" creationId="{5333AE7E-72E9-4FCD-A7E8-57FF81BC7BF6}"/>
          </ac:spMkLst>
        </pc:spChg>
        <pc:spChg chg="add del mod ord">
          <ac:chgData name="Yasinshaikh25@outlook.com" userId="6043de33e7a0b317" providerId="LiveId" clId="{347B0DB9-50E0-48AB-AD53-E79BFC0D0A68}" dt="2026-05-02T12:41:27.719" v="205" actId="700"/>
          <ac:spMkLst>
            <pc:docMk/>
            <pc:sldMk cId="866121833" sldId="262"/>
            <ac:spMk id="14" creationId="{4AC1B627-54CC-41DF-A182-EEA20B0F97F0}"/>
          </ac:spMkLst>
        </pc:spChg>
        <pc:spChg chg="add del mod ord">
          <ac:chgData name="Yasinshaikh25@outlook.com" userId="6043de33e7a0b317" providerId="LiveId" clId="{347B0DB9-50E0-48AB-AD53-E79BFC0D0A68}" dt="2026-05-02T12:41:48.468" v="210" actId="478"/>
          <ac:spMkLst>
            <pc:docMk/>
            <pc:sldMk cId="866121833" sldId="262"/>
            <ac:spMk id="15" creationId="{36D0CAF8-085C-47FB-90E9-600A653D1BFD}"/>
          </ac:spMkLst>
        </pc:spChg>
        <pc:spChg chg="add mod ord">
          <ac:chgData name="Yasinshaikh25@outlook.com" userId="6043de33e7a0b317" providerId="LiveId" clId="{347B0DB9-50E0-48AB-AD53-E79BFC0D0A68}" dt="2026-05-02T12:47:48.040" v="293" actId="27636"/>
          <ac:spMkLst>
            <pc:docMk/>
            <pc:sldMk cId="866121833" sldId="262"/>
            <ac:spMk id="16" creationId="{92E1B4B2-38B7-4C0E-9779-33F1217E0A79}"/>
          </ac:spMkLst>
        </pc:spChg>
        <pc:spChg chg="add mod ord">
          <ac:chgData name="Yasinshaikh25@outlook.com" userId="6043de33e7a0b317" providerId="LiveId" clId="{347B0DB9-50E0-48AB-AD53-E79BFC0D0A68}" dt="2026-05-02T12:48:09.895" v="301" actId="20577"/>
          <ac:spMkLst>
            <pc:docMk/>
            <pc:sldMk cId="866121833" sldId="262"/>
            <ac:spMk id="17" creationId="{BBB96C49-7E75-484D-BBE1-F6ADF9653FD4}"/>
          </ac:spMkLst>
        </pc:spChg>
      </pc:sldChg>
      <pc:sldMasterChg chg="modSldLayout">
        <pc:chgData name="Yasinshaikh25@outlook.com" userId="6043de33e7a0b317" providerId="LiveId" clId="{347B0DB9-50E0-48AB-AD53-E79BFC0D0A68}" dt="2026-05-02T12:10:53.134" v="25"/>
        <pc:sldMasterMkLst>
          <pc:docMk/>
          <pc:sldMasterMk cId="2483715334" sldId="2147483826"/>
        </pc:sldMasterMkLst>
        <pc:sldLayoutChg chg="delSp">
          <pc:chgData name="Yasinshaikh25@outlook.com" userId="6043de33e7a0b317" providerId="LiveId" clId="{347B0DB9-50E0-48AB-AD53-E79BFC0D0A68}" dt="2026-05-02T12:10:53.134" v="25"/>
          <pc:sldLayoutMkLst>
            <pc:docMk/>
            <pc:sldMasterMk cId="2483715334" sldId="2147483826"/>
            <pc:sldLayoutMk cId="3600117773" sldId="2147483844"/>
          </pc:sldLayoutMkLst>
          <pc:cxnChg chg="del">
            <ac:chgData name="Yasinshaikh25@outlook.com" userId="6043de33e7a0b317" providerId="LiveId" clId="{347B0DB9-50E0-48AB-AD53-E79BFC0D0A68}" dt="2026-05-02T12:10:53.134" v="25"/>
            <ac:cxnSpMkLst>
              <pc:docMk/>
              <pc:sldMasterMk cId="2483715334" sldId="2147483826"/>
              <pc:sldLayoutMk cId="3600117773" sldId="2147483844"/>
              <ac:cxnSpMk id="17" creationId="{00000000-0000-0000-0000-000000000000}"/>
            </ac:cxnSpMkLst>
          </pc:cxnChg>
          <pc:cxnChg chg="del">
            <ac:chgData name="Yasinshaikh25@outlook.com" userId="6043de33e7a0b317" providerId="LiveId" clId="{347B0DB9-50E0-48AB-AD53-E79BFC0D0A68}" dt="2026-05-02T12:10:53.134" v="25"/>
            <ac:cxnSpMkLst>
              <pc:docMk/>
              <pc:sldMasterMk cId="2483715334" sldId="2147483826"/>
              <pc:sldLayoutMk cId="3600117773" sldId="2147483844"/>
              <ac:cxnSpMk id="18" creationId="{00000000-0000-0000-0000-000000000000}"/>
            </ac:cxnSpMkLst>
          </pc:cxn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375EFDF-83F4-4527-A41D-6F614AAF5986}" type="datetimeFigureOut">
              <a:rPr lang="en-IN" smtClean="0"/>
              <a:t>08-08-2026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4091146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5EFDF-83F4-4527-A41D-6F614AAF5986}"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981231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75EFDF-83F4-4527-A41D-6F614AAF5986}"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2745258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75EFDF-83F4-4527-A41D-6F614AAF5986}"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2194930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75EFDF-83F4-4527-A41D-6F614AAF5986}" type="datetimeFigureOut">
              <a:rPr lang="en-IN" smtClean="0"/>
              <a:t>08-08-2026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938673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75EFDF-83F4-4527-A41D-6F614AAF5986}" type="datetimeFigureOut">
              <a:rPr lang="en-IN" smtClean="0"/>
              <a:t>08-08-2026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2961092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75EFDF-83F4-4527-A41D-6F614AAF5986}" type="datetimeFigureOut">
              <a:rPr lang="en-IN" smtClean="0"/>
              <a:t>08-08-2026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140216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75EFDF-83F4-4527-A41D-6F614AAF5986}"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1386941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75EFDF-83F4-4527-A41D-6F614AAF5986}"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112836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75EFDF-83F4-4527-A41D-6F614AAF5986}"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3532013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75EFDF-83F4-4527-A41D-6F614AAF5986}"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678474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75EFDF-83F4-4527-A41D-6F614AAF5986}"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5206514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75EFDF-83F4-4527-A41D-6F614AAF5986}"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777636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375EFDF-83F4-4527-A41D-6F614AAF5986}" type="datetimeFigureOut">
              <a:rPr lang="en-IN" smtClean="0"/>
              <a:t>08-08-2026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23902550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375EFDF-83F4-4527-A41D-6F614AAF5986}" type="datetimeFigureOut">
              <a:rPr lang="en-IN" smtClean="0"/>
              <a:t>08-08-2026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10787643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375EFDF-83F4-4527-A41D-6F614AAF5986}"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3491864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375EFDF-83F4-4527-A41D-6F614AAF5986}"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96B8E36-2E6D-4F63-BC9A-7D1D32B4E4D2}" type="slidenum">
              <a:rPr lang="en-IN" smtClean="0"/>
              <a:t>‹#›</a:t>
            </a:fld>
            <a:endParaRPr lang="en-IN"/>
          </a:p>
        </p:txBody>
      </p:sp>
    </p:spTree>
    <p:extLst>
      <p:ext uri="{BB962C8B-B14F-4D97-AF65-F5344CB8AC3E}">
        <p14:creationId xmlns:p14="http://schemas.microsoft.com/office/powerpoint/2010/main" val="3397259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375EFDF-83F4-4527-A41D-6F614AAF5986}" type="datetimeFigureOut">
              <a:rPr lang="en-IN" smtClean="0"/>
              <a:t>08-08-2026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96B8E36-2E6D-4F63-BC9A-7D1D32B4E4D2}" type="slidenum">
              <a:rPr lang="en-IN" smtClean="0"/>
              <a:t>‹#›</a:t>
            </a:fld>
            <a:endParaRPr lang="en-IN"/>
          </a:p>
        </p:txBody>
      </p:sp>
    </p:spTree>
    <p:extLst>
      <p:ext uri="{BB962C8B-B14F-4D97-AF65-F5344CB8AC3E}">
        <p14:creationId xmlns:p14="http://schemas.microsoft.com/office/powerpoint/2010/main" val="1595431638"/>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EE288-4A13-4335-A305-68BE308CBA57}"/>
              </a:ext>
            </a:extLst>
          </p:cNvPr>
          <p:cNvSpPr>
            <a:spLocks noGrp="1"/>
          </p:cNvSpPr>
          <p:nvPr>
            <p:ph type="title"/>
          </p:nvPr>
        </p:nvSpPr>
        <p:spPr>
          <a:xfrm>
            <a:off x="603682" y="2077375"/>
            <a:ext cx="4003829" cy="852255"/>
          </a:xfrm>
        </p:spPr>
        <p:txBody>
          <a:bodyPr>
            <a:normAutofit fontScale="90000"/>
          </a:bodyPr>
          <a:lstStyle/>
          <a:p>
            <a:r>
              <a:rPr lang="en-GB" sz="6000" dirty="0">
                <a:latin typeface="Agency FB" panose="020B0503020202020204" pitchFamily="34" charset="0"/>
                <a:ea typeface="Pacifico"/>
                <a:cs typeface="Pacifico"/>
                <a:sym typeface="Pacifico"/>
              </a:rPr>
              <a:t>Chinook Project</a:t>
            </a:r>
            <a:endParaRPr lang="en-IN" dirty="0">
              <a:latin typeface="Agency FB" panose="020B0503020202020204" pitchFamily="34" charset="0"/>
            </a:endParaRPr>
          </a:p>
        </p:txBody>
      </p:sp>
      <p:pic>
        <p:nvPicPr>
          <p:cNvPr id="9" name="Content Placeholder 8">
            <a:extLst>
              <a:ext uri="{FF2B5EF4-FFF2-40B4-BE49-F238E27FC236}">
                <a16:creationId xmlns:a16="http://schemas.microsoft.com/office/drawing/2014/main" id="{57133537-F3DD-4123-BD5B-904F34ADAE51}"/>
              </a:ext>
            </a:extLst>
          </p:cNvPr>
          <p:cNvPicPr>
            <a:picLocks noGrp="1" noChangeAspect="1"/>
          </p:cNvPicPr>
          <p:nvPr>
            <p:ph idx="1"/>
          </p:nvPr>
        </p:nvPicPr>
        <p:blipFill>
          <a:blip r:embed="rId2"/>
          <a:stretch>
            <a:fillRect/>
          </a:stretch>
        </p:blipFill>
        <p:spPr>
          <a:xfrm>
            <a:off x="6090444" y="1447800"/>
            <a:ext cx="4572000" cy="4572000"/>
          </a:xfrm>
          <a:prstGeom prst="rect">
            <a:avLst/>
          </a:prstGeom>
        </p:spPr>
      </p:pic>
      <p:sp>
        <p:nvSpPr>
          <p:cNvPr id="4" name="Text Placeholder 3">
            <a:extLst>
              <a:ext uri="{FF2B5EF4-FFF2-40B4-BE49-F238E27FC236}">
                <a16:creationId xmlns:a16="http://schemas.microsoft.com/office/drawing/2014/main" id="{59C7FC4A-9941-42EB-BCBF-C557B6BAF8FC}"/>
              </a:ext>
            </a:extLst>
          </p:cNvPr>
          <p:cNvSpPr>
            <a:spLocks noGrp="1"/>
          </p:cNvSpPr>
          <p:nvPr>
            <p:ph type="body" sz="half" idx="2"/>
          </p:nvPr>
        </p:nvSpPr>
        <p:spPr>
          <a:xfrm>
            <a:off x="1293811" y="3031065"/>
            <a:ext cx="3718455" cy="397935"/>
          </a:xfrm>
        </p:spPr>
        <p:txBody>
          <a:bodyPr>
            <a:normAutofit/>
          </a:bodyPr>
          <a:lstStyle/>
          <a:p>
            <a:r>
              <a:rPr lang="en-GB" sz="1600" b="1"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sym typeface="Lobster"/>
              </a:rPr>
              <a:t>By Yasin Shaikh</a:t>
            </a:r>
            <a:endParaRPr lang="en-IN"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endParaRPr>
          </a:p>
          <a:p>
            <a:endParaRPr lang="en-IN" dirty="0"/>
          </a:p>
        </p:txBody>
      </p:sp>
    </p:spTree>
    <p:extLst>
      <p:ext uri="{BB962C8B-B14F-4D97-AF65-F5344CB8AC3E}">
        <p14:creationId xmlns:p14="http://schemas.microsoft.com/office/powerpoint/2010/main" val="306448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BBFCB00-16E6-4EBA-BCBF-6A650D35EDD5}"/>
              </a:ext>
            </a:extLst>
          </p:cNvPr>
          <p:cNvSpPr>
            <a:spLocks noGrp="1"/>
          </p:cNvSpPr>
          <p:nvPr>
            <p:ph type="title"/>
          </p:nvPr>
        </p:nvSpPr>
        <p:spPr>
          <a:xfrm>
            <a:off x="1293811" y="2059618"/>
            <a:ext cx="3718455" cy="700515"/>
          </a:xfrm>
        </p:spPr>
        <p:txBody>
          <a:bodyPr/>
          <a:lstStyle/>
          <a:p>
            <a:r>
              <a:rPr lang="en-US" dirty="0">
                <a:latin typeface="Agency FB" panose="020B0503020202020204" pitchFamily="34" charset="0"/>
              </a:rPr>
              <a:t>Agenda	</a:t>
            </a:r>
            <a:endParaRPr lang="en-IN" dirty="0">
              <a:latin typeface="Agency FB" panose="020B0503020202020204" pitchFamily="34" charset="0"/>
            </a:endParaRPr>
          </a:p>
        </p:txBody>
      </p:sp>
      <p:pic>
        <p:nvPicPr>
          <p:cNvPr id="15" name="Content Placeholder 14">
            <a:extLst>
              <a:ext uri="{FF2B5EF4-FFF2-40B4-BE49-F238E27FC236}">
                <a16:creationId xmlns:a16="http://schemas.microsoft.com/office/drawing/2014/main" id="{84E6B693-D2FD-46D8-B56F-5980B3A3D4B1}"/>
              </a:ext>
            </a:extLst>
          </p:cNvPr>
          <p:cNvPicPr>
            <a:picLocks noGrp="1" noChangeAspect="1"/>
          </p:cNvPicPr>
          <p:nvPr>
            <p:ph idx="1"/>
          </p:nvPr>
        </p:nvPicPr>
        <p:blipFill>
          <a:blip r:embed="rId2"/>
          <a:stretch>
            <a:fillRect/>
          </a:stretch>
        </p:blipFill>
        <p:spPr>
          <a:xfrm>
            <a:off x="6090444" y="1447800"/>
            <a:ext cx="4572000" cy="4572000"/>
          </a:xfrm>
          <a:prstGeom prst="rect">
            <a:avLst/>
          </a:prstGeom>
        </p:spPr>
      </p:pic>
      <p:sp>
        <p:nvSpPr>
          <p:cNvPr id="11" name="Text Placeholder 10">
            <a:extLst>
              <a:ext uri="{FF2B5EF4-FFF2-40B4-BE49-F238E27FC236}">
                <a16:creationId xmlns:a16="http://schemas.microsoft.com/office/drawing/2014/main" id="{ED8F4D44-670F-40D0-896C-14C9E1123194}"/>
              </a:ext>
            </a:extLst>
          </p:cNvPr>
          <p:cNvSpPr>
            <a:spLocks noGrp="1"/>
          </p:cNvSpPr>
          <p:nvPr>
            <p:ph type="body" sz="half" idx="2"/>
          </p:nvPr>
        </p:nvSpPr>
        <p:spPr/>
        <p:txBody>
          <a:bodyPr>
            <a:normAutofit/>
          </a:bodyPr>
          <a:lstStyle/>
          <a:p>
            <a:pPr marL="400050" marR="0" lvl="0" indent="-285750" algn="l" rtl="0">
              <a:lnSpc>
                <a:spcPct val="115000"/>
              </a:lnSpc>
              <a:spcBef>
                <a:spcPts val="0"/>
              </a:spcBef>
              <a:spcAft>
                <a:spcPts val="0"/>
              </a:spcAft>
              <a:buClr>
                <a:srgbClr val="000000"/>
              </a:buClr>
              <a:buSzPts val="1800"/>
              <a:buFont typeface="Wingdings" panose="05000000000000000000" pitchFamily="2" charset="2"/>
              <a:buChar char="Ø"/>
            </a:pPr>
            <a:r>
              <a:rPr lang="en-US" sz="1600" b="0" i="0" u="none" strike="noStrike" cap="none" dirty="0">
                <a:solidFill>
                  <a:srgbClr val="000000"/>
                </a:solidFill>
                <a:latin typeface="Lato"/>
                <a:ea typeface="Lato"/>
                <a:cs typeface="Lato"/>
                <a:sym typeface="Lato"/>
              </a:rPr>
              <a:t>Problem Statement</a:t>
            </a:r>
          </a:p>
          <a:p>
            <a:pPr marL="400050" marR="0" lvl="0" indent="-285750" algn="l" rtl="0">
              <a:lnSpc>
                <a:spcPct val="115000"/>
              </a:lnSpc>
              <a:spcBef>
                <a:spcPts val="0"/>
              </a:spcBef>
              <a:spcAft>
                <a:spcPts val="0"/>
              </a:spcAft>
              <a:buClr>
                <a:srgbClr val="000000"/>
              </a:buClr>
              <a:buSzPts val="1800"/>
              <a:buFont typeface="Wingdings" panose="05000000000000000000" pitchFamily="2" charset="2"/>
              <a:buChar char="Ø"/>
            </a:pPr>
            <a:endParaRPr lang="en-US" dirty="0">
              <a:solidFill>
                <a:srgbClr val="000000"/>
              </a:solidFill>
              <a:latin typeface="Lato"/>
              <a:ea typeface="Lato"/>
              <a:cs typeface="Lato"/>
              <a:sym typeface="Lato"/>
            </a:endParaRPr>
          </a:p>
          <a:p>
            <a:pPr marL="400050" marR="0" lvl="0" indent="-285750" algn="l" rtl="0">
              <a:lnSpc>
                <a:spcPct val="115000"/>
              </a:lnSpc>
              <a:spcBef>
                <a:spcPts val="0"/>
              </a:spcBef>
              <a:spcAft>
                <a:spcPts val="0"/>
              </a:spcAft>
              <a:buClr>
                <a:srgbClr val="000000"/>
              </a:buClr>
              <a:buSzPts val="1800"/>
              <a:buFont typeface="Wingdings" panose="05000000000000000000" pitchFamily="2" charset="2"/>
              <a:buChar char="Ø"/>
            </a:pPr>
            <a:r>
              <a:rPr lang="en-US" sz="1600" b="0" i="0" u="none" strike="noStrike" cap="none" dirty="0">
                <a:solidFill>
                  <a:srgbClr val="000000"/>
                </a:solidFill>
                <a:latin typeface="Lato"/>
                <a:ea typeface="Lato"/>
                <a:cs typeface="Lato"/>
                <a:sym typeface="Lato"/>
              </a:rPr>
              <a:t>Data Description</a:t>
            </a:r>
          </a:p>
          <a:p>
            <a:pPr marL="400050" marR="0" lvl="0" indent="-285750" algn="l" rtl="0">
              <a:lnSpc>
                <a:spcPct val="115000"/>
              </a:lnSpc>
              <a:spcBef>
                <a:spcPts val="0"/>
              </a:spcBef>
              <a:spcAft>
                <a:spcPts val="0"/>
              </a:spcAft>
              <a:buClr>
                <a:srgbClr val="000000"/>
              </a:buClr>
              <a:buSzPts val="1800"/>
              <a:buFont typeface="Wingdings" panose="05000000000000000000" pitchFamily="2" charset="2"/>
              <a:buChar char="Ø"/>
            </a:pPr>
            <a:endParaRPr lang="en-US" dirty="0">
              <a:solidFill>
                <a:srgbClr val="000000"/>
              </a:solidFill>
              <a:latin typeface="Lato"/>
              <a:ea typeface="Lato"/>
              <a:cs typeface="Lato"/>
              <a:sym typeface="Lato"/>
            </a:endParaRPr>
          </a:p>
          <a:p>
            <a:pPr marL="400050" marR="0" lvl="0" indent="-285750" algn="l" rtl="0">
              <a:lnSpc>
                <a:spcPct val="115000"/>
              </a:lnSpc>
              <a:spcBef>
                <a:spcPts val="0"/>
              </a:spcBef>
              <a:spcAft>
                <a:spcPts val="0"/>
              </a:spcAft>
              <a:buClr>
                <a:srgbClr val="000000"/>
              </a:buClr>
              <a:buSzPts val="1800"/>
              <a:buFont typeface="Wingdings" panose="05000000000000000000" pitchFamily="2" charset="2"/>
              <a:buChar char="Ø"/>
            </a:pPr>
            <a:r>
              <a:rPr lang="en-US" sz="1600" b="0" i="0" u="none" strike="noStrike" cap="none" dirty="0">
                <a:solidFill>
                  <a:srgbClr val="000000"/>
                </a:solidFill>
                <a:latin typeface="Lato"/>
                <a:ea typeface="Lato"/>
                <a:cs typeface="Lato"/>
                <a:sym typeface="Lato"/>
              </a:rPr>
              <a:t>Objective Key Metrics and Visualizations</a:t>
            </a:r>
          </a:p>
          <a:p>
            <a:pPr marL="400050" marR="0" lvl="0" indent="-285750" algn="l" rtl="0">
              <a:lnSpc>
                <a:spcPct val="115000"/>
              </a:lnSpc>
              <a:spcBef>
                <a:spcPts val="0"/>
              </a:spcBef>
              <a:spcAft>
                <a:spcPts val="0"/>
              </a:spcAft>
              <a:buClr>
                <a:srgbClr val="000000"/>
              </a:buClr>
              <a:buSzPts val="1800"/>
              <a:buFont typeface="Wingdings" panose="05000000000000000000" pitchFamily="2" charset="2"/>
              <a:buChar char="Ø"/>
            </a:pPr>
            <a:endParaRPr lang="en-US" dirty="0">
              <a:solidFill>
                <a:srgbClr val="000000"/>
              </a:solidFill>
              <a:latin typeface="Lato"/>
              <a:ea typeface="Lato"/>
              <a:cs typeface="Lato"/>
              <a:sym typeface="Lato"/>
            </a:endParaRPr>
          </a:p>
          <a:p>
            <a:pPr marL="400050" marR="0" lvl="0" indent="-285750" algn="l" rtl="0">
              <a:lnSpc>
                <a:spcPct val="115000"/>
              </a:lnSpc>
              <a:spcBef>
                <a:spcPts val="0"/>
              </a:spcBef>
              <a:spcAft>
                <a:spcPts val="0"/>
              </a:spcAft>
              <a:buClr>
                <a:srgbClr val="000000"/>
              </a:buClr>
              <a:buSzPts val="1800"/>
              <a:buFont typeface="Wingdings" panose="05000000000000000000" pitchFamily="2" charset="2"/>
              <a:buChar char="Ø"/>
            </a:pPr>
            <a:r>
              <a:rPr lang="en-US" sz="1600" b="0" i="0" u="none" strike="noStrike" cap="none" dirty="0">
                <a:solidFill>
                  <a:srgbClr val="000000"/>
                </a:solidFill>
                <a:latin typeface="Lato"/>
                <a:ea typeface="Lato"/>
                <a:cs typeface="Lato"/>
                <a:sym typeface="Lato"/>
              </a:rPr>
              <a:t>Subjective Question for Insights</a:t>
            </a:r>
          </a:p>
          <a:p>
            <a:endParaRPr lang="en-IN" dirty="0"/>
          </a:p>
        </p:txBody>
      </p:sp>
    </p:spTree>
    <p:extLst>
      <p:ext uri="{BB962C8B-B14F-4D97-AF65-F5344CB8AC3E}">
        <p14:creationId xmlns:p14="http://schemas.microsoft.com/office/powerpoint/2010/main" val="432122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636C75A-71E2-4C03-8160-C8CB70763F8A}"/>
              </a:ext>
            </a:extLst>
          </p:cNvPr>
          <p:cNvSpPr>
            <a:spLocks noGrp="1"/>
          </p:cNvSpPr>
          <p:nvPr>
            <p:ph type="title"/>
          </p:nvPr>
        </p:nvSpPr>
        <p:spPr/>
        <p:txBody>
          <a:bodyPr/>
          <a:lstStyle/>
          <a:p>
            <a:r>
              <a:rPr lang="en-GB" sz="3600" dirty="0">
                <a:latin typeface="Agency FB" panose="020B0503020202020204" pitchFamily="34" charset="0"/>
              </a:rPr>
              <a:t>PROJECT DESCRIPTION</a:t>
            </a:r>
            <a:endParaRPr lang="en-IN" dirty="0">
              <a:latin typeface="Agency FB" panose="020B0503020202020204" pitchFamily="34" charset="0"/>
            </a:endParaRPr>
          </a:p>
        </p:txBody>
      </p:sp>
      <p:sp>
        <p:nvSpPr>
          <p:cNvPr id="6" name="Content Placeholder 5">
            <a:extLst>
              <a:ext uri="{FF2B5EF4-FFF2-40B4-BE49-F238E27FC236}">
                <a16:creationId xmlns:a16="http://schemas.microsoft.com/office/drawing/2014/main" id="{8F4362DC-C373-4A89-8527-191DC6B69C84}"/>
              </a:ext>
            </a:extLst>
          </p:cNvPr>
          <p:cNvSpPr>
            <a:spLocks noGrp="1"/>
          </p:cNvSpPr>
          <p:nvPr>
            <p:ph sz="half" idx="1"/>
          </p:nvPr>
        </p:nvSpPr>
        <p:spPr/>
        <p:txBody>
          <a:bodyPr/>
          <a:lstStyle/>
          <a:p>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To examine music record sales data in order to derive insights and formulate recommendations for the company's strategy within the physical music market.</a:t>
            </a:r>
            <a:endParaRPr lang="en-IN" dirty="0">
              <a:latin typeface="Lato" panose="020F0502020204030203" pitchFamily="34" charset="0"/>
              <a:ea typeface="Lato" panose="020F0502020204030203" pitchFamily="34" charset="0"/>
              <a:cs typeface="Lato" panose="020F0502020204030203" pitchFamily="34" charset="0"/>
            </a:endParaRPr>
          </a:p>
        </p:txBody>
      </p:sp>
      <p:pic>
        <p:nvPicPr>
          <p:cNvPr id="8" name="Content Placeholder 7">
            <a:extLst>
              <a:ext uri="{FF2B5EF4-FFF2-40B4-BE49-F238E27FC236}">
                <a16:creationId xmlns:a16="http://schemas.microsoft.com/office/drawing/2014/main" id="{11DEE0C8-6DCF-4531-9D54-9FED2A6F31FE}"/>
              </a:ext>
            </a:extLst>
          </p:cNvPr>
          <p:cNvPicPr>
            <a:picLocks noGrp="1" noChangeAspect="1"/>
          </p:cNvPicPr>
          <p:nvPr>
            <p:ph sz="half" idx="2"/>
          </p:nvPr>
        </p:nvPicPr>
        <p:blipFill>
          <a:blip r:embed="rId2"/>
          <a:stretch>
            <a:fillRect/>
          </a:stretch>
        </p:blipFill>
        <p:spPr>
          <a:xfrm>
            <a:off x="6208713" y="2703513"/>
            <a:ext cx="4824412" cy="3216274"/>
          </a:xfrm>
          <a:prstGeom prst="rect">
            <a:avLst/>
          </a:prstGeom>
        </p:spPr>
      </p:pic>
    </p:spTree>
    <p:extLst>
      <p:ext uri="{BB962C8B-B14F-4D97-AF65-F5344CB8AC3E}">
        <p14:creationId xmlns:p14="http://schemas.microsoft.com/office/powerpoint/2010/main" val="3532441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49AD45-F2C7-4043-9633-93391F3098BE}"/>
              </a:ext>
            </a:extLst>
          </p:cNvPr>
          <p:cNvSpPr>
            <a:spLocks noGrp="1"/>
          </p:cNvSpPr>
          <p:nvPr>
            <p:ph type="title"/>
          </p:nvPr>
        </p:nvSpPr>
        <p:spPr/>
        <p:txBody>
          <a:bodyPr/>
          <a:lstStyle/>
          <a:p>
            <a:pPr algn="ctr"/>
            <a:r>
              <a:rPr lang="en-GB" sz="3600" b="1" dirty="0">
                <a:solidFill>
                  <a:schemeClr val="tx1"/>
                </a:solidFill>
                <a:latin typeface="Agency FB" panose="020B0503020202020204" pitchFamily="34" charset="0"/>
              </a:rPr>
              <a:t>Chinook Music Store</a:t>
            </a:r>
            <a:endParaRPr lang="en-IN" dirty="0">
              <a:solidFill>
                <a:schemeClr val="tx1"/>
              </a:solidFill>
              <a:latin typeface="Agency FB" panose="020B0503020202020204" pitchFamily="34" charset="0"/>
            </a:endParaRPr>
          </a:p>
        </p:txBody>
      </p:sp>
      <p:sp>
        <p:nvSpPr>
          <p:cNvPr id="6" name="Text Placeholder 5">
            <a:extLst>
              <a:ext uri="{FF2B5EF4-FFF2-40B4-BE49-F238E27FC236}">
                <a16:creationId xmlns:a16="http://schemas.microsoft.com/office/drawing/2014/main" id="{D01CF26D-33BA-426B-82FE-DD594C63B679}"/>
              </a:ext>
            </a:extLst>
          </p:cNvPr>
          <p:cNvSpPr>
            <a:spLocks noGrp="1"/>
          </p:cNvSpPr>
          <p:nvPr>
            <p:ph type="body" idx="1"/>
          </p:nvPr>
        </p:nvSpPr>
        <p:spPr>
          <a:xfrm>
            <a:off x="1154954" y="2499360"/>
            <a:ext cx="3141878" cy="1386839"/>
          </a:xfrm>
        </p:spPr>
        <p:txBody>
          <a:bodyPr>
            <a:normAutofit/>
          </a:bodyPr>
          <a:lstStyle/>
          <a:p>
            <a:r>
              <a:rPr lang="en-US" sz="1600" b="0" i="0" dirty="0">
                <a:solidFill>
                  <a:srgbClr val="000000"/>
                </a:solidFill>
                <a:effectLst/>
                <a:latin typeface="Lato" panose="020F0502020204030203" pitchFamily="34" charset="0"/>
                <a:ea typeface="Lato" panose="020F0502020204030203" pitchFamily="34" charset="0"/>
                <a:cs typeface="Lato" panose="020F0502020204030203" pitchFamily="34" charset="0"/>
              </a:rPr>
              <a:t>Chinook Music emulates a digital music store, allowing users to effortlessly explore and buy tracks and albums.</a:t>
            </a:r>
            <a:endParaRPr lang="en-IN" sz="1600" dirty="0">
              <a:latin typeface="Lato" panose="020F0502020204030203" pitchFamily="34" charset="0"/>
              <a:ea typeface="Lato" panose="020F0502020204030203" pitchFamily="34" charset="0"/>
              <a:cs typeface="Lato" panose="020F0502020204030203" pitchFamily="34" charset="0"/>
            </a:endParaRPr>
          </a:p>
        </p:txBody>
      </p:sp>
      <p:sp>
        <p:nvSpPr>
          <p:cNvPr id="9" name="Text Placeholder 8">
            <a:extLst>
              <a:ext uri="{FF2B5EF4-FFF2-40B4-BE49-F238E27FC236}">
                <a16:creationId xmlns:a16="http://schemas.microsoft.com/office/drawing/2014/main" id="{20A72D8E-3A7E-45B7-B6B3-54C4B8B6A152}"/>
              </a:ext>
            </a:extLst>
          </p:cNvPr>
          <p:cNvSpPr>
            <a:spLocks noGrp="1"/>
          </p:cNvSpPr>
          <p:nvPr>
            <p:ph type="body" sz="half" idx="15"/>
          </p:nvPr>
        </p:nvSpPr>
        <p:spPr>
          <a:xfrm>
            <a:off x="1154953" y="4003829"/>
            <a:ext cx="3141879" cy="2023228"/>
          </a:xfrm>
        </p:spPr>
        <p:txBody>
          <a:bodyPr/>
          <a:lstStyle/>
          <a:p>
            <a:endParaRPr lang="en-IN" dirty="0"/>
          </a:p>
        </p:txBody>
      </p:sp>
      <p:sp>
        <p:nvSpPr>
          <p:cNvPr id="7" name="Text Placeholder 6">
            <a:extLst>
              <a:ext uri="{FF2B5EF4-FFF2-40B4-BE49-F238E27FC236}">
                <a16:creationId xmlns:a16="http://schemas.microsoft.com/office/drawing/2014/main" id="{316F014D-9510-4C03-A37F-5EB740FF591D}"/>
              </a:ext>
            </a:extLst>
          </p:cNvPr>
          <p:cNvSpPr>
            <a:spLocks noGrp="1"/>
          </p:cNvSpPr>
          <p:nvPr>
            <p:ph type="body" sz="quarter" idx="3"/>
          </p:nvPr>
        </p:nvSpPr>
        <p:spPr>
          <a:xfrm>
            <a:off x="4510817" y="2499360"/>
            <a:ext cx="3148913" cy="1386840"/>
          </a:xfrm>
        </p:spPr>
        <p:txBody>
          <a:bodyPr/>
          <a:lstStyle/>
          <a:p>
            <a:r>
              <a:rPr lang="en-US" sz="1600"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provides a varied music collection that encompasses numerous genres, assisting users in finding both popular and lesser-known tracks.</a:t>
            </a:r>
            <a:endParaRPr lang="en-IN" sz="1600" dirty="0">
              <a:latin typeface="Lato" panose="020F0502020204030203" pitchFamily="34" charset="0"/>
              <a:ea typeface="Lato" panose="020F0502020204030203" pitchFamily="34" charset="0"/>
              <a:cs typeface="Lato" panose="020F0502020204030203" pitchFamily="34" charset="0"/>
            </a:endParaRPr>
          </a:p>
        </p:txBody>
      </p:sp>
      <p:sp>
        <p:nvSpPr>
          <p:cNvPr id="10" name="Text Placeholder 9">
            <a:extLst>
              <a:ext uri="{FF2B5EF4-FFF2-40B4-BE49-F238E27FC236}">
                <a16:creationId xmlns:a16="http://schemas.microsoft.com/office/drawing/2014/main" id="{5FFD75EA-213B-42BB-BF89-994258D6875A}"/>
              </a:ext>
            </a:extLst>
          </p:cNvPr>
          <p:cNvSpPr>
            <a:spLocks noGrp="1"/>
          </p:cNvSpPr>
          <p:nvPr>
            <p:ph type="body" sz="half" idx="16"/>
          </p:nvPr>
        </p:nvSpPr>
        <p:spPr>
          <a:xfrm>
            <a:off x="4512721" y="4003828"/>
            <a:ext cx="3147009" cy="2023228"/>
          </a:xfrm>
        </p:spPr>
        <p:txBody>
          <a:bodyPr/>
          <a:lstStyle/>
          <a:p>
            <a:endParaRPr lang="en-IN" dirty="0"/>
          </a:p>
        </p:txBody>
      </p:sp>
      <p:sp>
        <p:nvSpPr>
          <p:cNvPr id="8" name="Text Placeholder 7">
            <a:extLst>
              <a:ext uri="{FF2B5EF4-FFF2-40B4-BE49-F238E27FC236}">
                <a16:creationId xmlns:a16="http://schemas.microsoft.com/office/drawing/2014/main" id="{E487B3F9-399E-4E5D-9FCB-972960AFDEE8}"/>
              </a:ext>
            </a:extLst>
          </p:cNvPr>
          <p:cNvSpPr>
            <a:spLocks noGrp="1"/>
          </p:cNvSpPr>
          <p:nvPr>
            <p:ph type="body" sz="quarter" idx="13"/>
          </p:nvPr>
        </p:nvSpPr>
        <p:spPr>
          <a:xfrm>
            <a:off x="7873715" y="2499359"/>
            <a:ext cx="3160150" cy="1386840"/>
          </a:xfrm>
        </p:spPr>
        <p:txBody>
          <a:bodyPr/>
          <a:lstStyle/>
          <a:p>
            <a:r>
              <a:rPr lang="en-US" sz="1600" b="0" i="0" dirty="0">
                <a:solidFill>
                  <a:srgbClr val="000000"/>
                </a:solidFill>
                <a:effectLst/>
                <a:latin typeface="Lato" panose="020F0502020204030203" pitchFamily="34" charset="0"/>
                <a:ea typeface="Lato" panose="020F0502020204030203" pitchFamily="34" charset="0"/>
                <a:cs typeface="Lato" panose="020F0502020204030203" pitchFamily="34" charset="0"/>
              </a:rPr>
              <a:t>Through customized suggestions aligned with individual user preferences, Chinook improves music exploration and fosters customer loyalty.</a:t>
            </a:r>
            <a:endParaRPr lang="en-IN" sz="1600" dirty="0">
              <a:latin typeface="Lato" panose="020F0502020204030203" pitchFamily="34" charset="0"/>
              <a:ea typeface="Lato" panose="020F0502020204030203" pitchFamily="34" charset="0"/>
              <a:cs typeface="Lato" panose="020F0502020204030203" pitchFamily="34" charset="0"/>
            </a:endParaRPr>
          </a:p>
        </p:txBody>
      </p:sp>
      <p:sp>
        <p:nvSpPr>
          <p:cNvPr id="11" name="Text Placeholder 10">
            <a:extLst>
              <a:ext uri="{FF2B5EF4-FFF2-40B4-BE49-F238E27FC236}">
                <a16:creationId xmlns:a16="http://schemas.microsoft.com/office/drawing/2014/main" id="{3D42995F-82BA-46E0-AFC4-B86069EBD125}"/>
              </a:ext>
            </a:extLst>
          </p:cNvPr>
          <p:cNvSpPr>
            <a:spLocks noGrp="1"/>
          </p:cNvSpPr>
          <p:nvPr>
            <p:ph type="body" sz="half" idx="17"/>
          </p:nvPr>
        </p:nvSpPr>
        <p:spPr>
          <a:xfrm>
            <a:off x="7888329" y="4003825"/>
            <a:ext cx="3145536" cy="2023230"/>
          </a:xfrm>
        </p:spPr>
        <p:txBody>
          <a:bodyPr/>
          <a:lstStyle/>
          <a:p>
            <a:endParaRPr lang="en-IN" dirty="0"/>
          </a:p>
        </p:txBody>
      </p:sp>
      <p:pic>
        <p:nvPicPr>
          <p:cNvPr id="13" name="Picture 12">
            <a:extLst>
              <a:ext uri="{FF2B5EF4-FFF2-40B4-BE49-F238E27FC236}">
                <a16:creationId xmlns:a16="http://schemas.microsoft.com/office/drawing/2014/main" id="{8ED2911E-06A0-4578-B478-292BA1543BF8}"/>
              </a:ext>
            </a:extLst>
          </p:cNvPr>
          <p:cNvPicPr>
            <a:picLocks noChangeAspect="1"/>
          </p:cNvPicPr>
          <p:nvPr/>
        </p:nvPicPr>
        <p:blipFill>
          <a:blip r:embed="rId2"/>
          <a:stretch>
            <a:fillRect/>
          </a:stretch>
        </p:blipFill>
        <p:spPr>
          <a:xfrm>
            <a:off x="1147916" y="4003827"/>
            <a:ext cx="3172623" cy="2023227"/>
          </a:xfrm>
          <a:prstGeom prst="rect">
            <a:avLst/>
          </a:prstGeom>
        </p:spPr>
      </p:pic>
      <p:pic>
        <p:nvPicPr>
          <p:cNvPr id="15" name="Picture 14">
            <a:extLst>
              <a:ext uri="{FF2B5EF4-FFF2-40B4-BE49-F238E27FC236}">
                <a16:creationId xmlns:a16="http://schemas.microsoft.com/office/drawing/2014/main" id="{A6006035-D531-4B4E-8208-C84C56EA3FCD}"/>
              </a:ext>
            </a:extLst>
          </p:cNvPr>
          <p:cNvPicPr>
            <a:picLocks noChangeAspect="1"/>
          </p:cNvPicPr>
          <p:nvPr/>
        </p:nvPicPr>
        <p:blipFill>
          <a:blip r:embed="rId3"/>
          <a:stretch>
            <a:fillRect/>
          </a:stretch>
        </p:blipFill>
        <p:spPr>
          <a:xfrm>
            <a:off x="4512722" y="4003828"/>
            <a:ext cx="3157660" cy="2023227"/>
          </a:xfrm>
          <a:prstGeom prst="rect">
            <a:avLst/>
          </a:prstGeom>
        </p:spPr>
      </p:pic>
      <p:pic>
        <p:nvPicPr>
          <p:cNvPr id="17" name="Picture 16">
            <a:extLst>
              <a:ext uri="{FF2B5EF4-FFF2-40B4-BE49-F238E27FC236}">
                <a16:creationId xmlns:a16="http://schemas.microsoft.com/office/drawing/2014/main" id="{2BCFFB74-0B4E-49B8-9522-693121B5228F}"/>
              </a:ext>
            </a:extLst>
          </p:cNvPr>
          <p:cNvPicPr>
            <a:picLocks noChangeAspect="1"/>
          </p:cNvPicPr>
          <p:nvPr/>
        </p:nvPicPr>
        <p:blipFill>
          <a:blip r:embed="rId4"/>
          <a:stretch>
            <a:fillRect/>
          </a:stretch>
        </p:blipFill>
        <p:spPr>
          <a:xfrm>
            <a:off x="7886423" y="4003825"/>
            <a:ext cx="3157660" cy="2023228"/>
          </a:xfrm>
          <a:prstGeom prst="rect">
            <a:avLst/>
          </a:prstGeom>
        </p:spPr>
      </p:pic>
    </p:spTree>
    <p:extLst>
      <p:ext uri="{BB962C8B-B14F-4D97-AF65-F5344CB8AC3E}">
        <p14:creationId xmlns:p14="http://schemas.microsoft.com/office/powerpoint/2010/main" val="402743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3DE3BF-3AA6-4CA4-B421-BE6C93FBC78C}"/>
              </a:ext>
            </a:extLst>
          </p:cNvPr>
          <p:cNvSpPr>
            <a:spLocks noGrp="1"/>
          </p:cNvSpPr>
          <p:nvPr>
            <p:ph type="title"/>
          </p:nvPr>
        </p:nvSpPr>
        <p:spPr/>
        <p:txBody>
          <a:bodyPr/>
          <a:lstStyle/>
          <a:p>
            <a:pPr algn="ctr"/>
            <a:r>
              <a:rPr lang="en-GB" sz="4800" dirty="0">
                <a:latin typeface="Agency FB" panose="020B0503020202020204" pitchFamily="34" charset="0"/>
              </a:rPr>
              <a:t>Database Schema</a:t>
            </a:r>
            <a:endParaRPr lang="en-IN" sz="4800" dirty="0">
              <a:latin typeface="Agency FB" panose="020B0503020202020204" pitchFamily="34" charset="0"/>
            </a:endParaRPr>
          </a:p>
        </p:txBody>
      </p:sp>
      <p:pic>
        <p:nvPicPr>
          <p:cNvPr id="5" name="Content Placeholder 4">
            <a:extLst>
              <a:ext uri="{FF2B5EF4-FFF2-40B4-BE49-F238E27FC236}">
                <a16:creationId xmlns:a16="http://schemas.microsoft.com/office/drawing/2014/main" id="{AD990EBC-938E-4C0D-A4B8-4C27D21D2CE6}"/>
              </a:ext>
            </a:extLst>
          </p:cNvPr>
          <p:cNvPicPr>
            <a:picLocks noGrp="1" noChangeAspect="1"/>
          </p:cNvPicPr>
          <p:nvPr>
            <p:ph idx="1"/>
          </p:nvPr>
        </p:nvPicPr>
        <p:blipFill rotWithShape="1">
          <a:blip r:embed="rId2"/>
          <a:srcRect l="35791" t="29036" r="20357" b="15354"/>
          <a:stretch/>
        </p:blipFill>
        <p:spPr>
          <a:xfrm>
            <a:off x="1882066" y="2308668"/>
            <a:ext cx="8034301" cy="4439250"/>
          </a:xfrm>
        </p:spPr>
      </p:pic>
    </p:spTree>
    <p:extLst>
      <p:ext uri="{BB962C8B-B14F-4D97-AF65-F5344CB8AC3E}">
        <p14:creationId xmlns:p14="http://schemas.microsoft.com/office/powerpoint/2010/main" val="2738660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B22936-2A4B-40E3-9BA0-F2E994148FD0}"/>
              </a:ext>
            </a:extLst>
          </p:cNvPr>
          <p:cNvSpPr>
            <a:spLocks noGrp="1"/>
          </p:cNvSpPr>
          <p:nvPr>
            <p:ph type="title"/>
          </p:nvPr>
        </p:nvSpPr>
        <p:spPr>
          <a:xfrm>
            <a:off x="1298448" y="1516380"/>
            <a:ext cx="9598150" cy="769619"/>
          </a:xfrm>
        </p:spPr>
        <p:txBody>
          <a:bodyPr>
            <a:normAutofit/>
          </a:bodyPr>
          <a:lstStyle/>
          <a:p>
            <a:pPr algn="ctr"/>
            <a:r>
              <a:rPr lang="en-GB" sz="3600" b="1" dirty="0">
                <a:solidFill>
                  <a:schemeClr val="bg1"/>
                </a:solidFill>
                <a:latin typeface="Agency FB" panose="020B0503020202020204" pitchFamily="34" charset="0"/>
              </a:rPr>
              <a:t>DATA OVERVIEW</a:t>
            </a:r>
            <a:endParaRPr lang="en-IN" sz="3600" dirty="0">
              <a:solidFill>
                <a:schemeClr val="bg1"/>
              </a:solidFill>
              <a:latin typeface="Agency FB" panose="020B0503020202020204" pitchFamily="34" charset="0"/>
            </a:endParaRPr>
          </a:p>
        </p:txBody>
      </p:sp>
      <p:sp>
        <p:nvSpPr>
          <p:cNvPr id="5" name="Content Placeholder 4">
            <a:extLst>
              <a:ext uri="{FF2B5EF4-FFF2-40B4-BE49-F238E27FC236}">
                <a16:creationId xmlns:a16="http://schemas.microsoft.com/office/drawing/2014/main" id="{E64CDBF4-38D0-4D22-A208-31E9E0614CA0}"/>
              </a:ext>
            </a:extLst>
          </p:cNvPr>
          <p:cNvSpPr>
            <a:spLocks noGrp="1"/>
          </p:cNvSpPr>
          <p:nvPr>
            <p:ph sz="half" idx="1"/>
          </p:nvPr>
        </p:nvSpPr>
        <p:spPr>
          <a:xfrm>
            <a:off x="1154954" y="2603500"/>
            <a:ext cx="4825158" cy="3776980"/>
          </a:xfrm>
        </p:spPr>
        <p:txBody>
          <a:bodyPr>
            <a:noAutofit/>
          </a:bodyPr>
          <a:lstStyle/>
          <a:p>
            <a:pPr rtl="0">
              <a:spcBef>
                <a:spcPts val="0"/>
              </a:spcBef>
              <a:spcAft>
                <a:spcPts val="0"/>
              </a:spcAft>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customer:</a:t>
            </a:r>
          </a:p>
          <a:p>
            <a:pPr rtl="0">
              <a:spcBef>
                <a:spcPts val="0"/>
              </a:spcBef>
              <a:spcAft>
                <a:spcPts val="0"/>
              </a:spcAft>
            </a:pPr>
            <a:r>
              <a:rPr lang="en-US" sz="1200" dirty="0" err="1">
                <a:solidFill>
                  <a:srgbClr val="000000"/>
                </a:solidFill>
                <a:latin typeface="Lato" panose="020F0502020204030203" pitchFamily="34" charset="0"/>
                <a:ea typeface="Lato" panose="020F0502020204030203" pitchFamily="34" charset="0"/>
                <a:cs typeface="Lato" panose="020F0502020204030203" pitchFamily="34" charset="0"/>
              </a:rPr>
              <a:t>customer_id</a:t>
            </a: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 Unique identifier assigned to each customer.</a:t>
            </a:r>
          </a:p>
          <a:p>
            <a:pPr rtl="0">
              <a:spcBef>
                <a:spcPts val="0"/>
              </a:spcBef>
              <a:spcAft>
                <a:spcPts val="0"/>
              </a:spcAft>
            </a:pPr>
            <a:r>
              <a:rPr lang="en-US" sz="1200" dirty="0" err="1">
                <a:solidFill>
                  <a:srgbClr val="000000"/>
                </a:solidFill>
                <a:latin typeface="Lato" panose="020F0502020204030203" pitchFamily="34" charset="0"/>
                <a:ea typeface="Lato" panose="020F0502020204030203" pitchFamily="34" charset="0"/>
                <a:cs typeface="Lato" panose="020F0502020204030203" pitchFamily="34" charset="0"/>
              </a:rPr>
              <a:t>first_name</a:t>
            </a: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 The given name or first name of a customer.</a:t>
            </a:r>
          </a:p>
          <a:p>
            <a:pPr rtl="0">
              <a:spcBef>
                <a:spcPts val="0"/>
              </a:spcBef>
              <a:spcAft>
                <a:spcPts val="0"/>
              </a:spcAft>
            </a:pPr>
            <a:r>
              <a:rPr lang="en-US" sz="1200" dirty="0" err="1">
                <a:solidFill>
                  <a:srgbClr val="000000"/>
                </a:solidFill>
                <a:latin typeface="Lato" panose="020F0502020204030203" pitchFamily="34" charset="0"/>
                <a:ea typeface="Lato" panose="020F0502020204030203" pitchFamily="34" charset="0"/>
                <a:cs typeface="Lato" panose="020F0502020204030203" pitchFamily="34" charset="0"/>
              </a:rPr>
              <a:t>last_name</a:t>
            </a: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 The surname or family name of a customer.</a:t>
            </a:r>
          </a:p>
          <a:p>
            <a:pPr rtl="0">
              <a:spcBef>
                <a:spcPts val="0"/>
              </a:spcBef>
              <a:spcAft>
                <a:spcPts val="0"/>
              </a:spcAft>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company: The name of the company associated with a customer.</a:t>
            </a:r>
          </a:p>
          <a:p>
            <a:pPr rtl="0">
              <a:spcBef>
                <a:spcPts val="0"/>
              </a:spcBef>
              <a:spcAft>
                <a:spcPts val="0"/>
              </a:spcAft>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address: The street address of a customer's location.</a:t>
            </a:r>
          </a:p>
          <a:p>
            <a:pPr rtl="0">
              <a:spcBef>
                <a:spcPts val="0"/>
              </a:spcBef>
              <a:spcAft>
                <a:spcPts val="0"/>
              </a:spcAft>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city: The city where a customer is located.</a:t>
            </a:r>
          </a:p>
          <a:p>
            <a:pPr rtl="0">
              <a:spcBef>
                <a:spcPts val="0"/>
              </a:spcBef>
              <a:spcAft>
                <a:spcPts val="0"/>
              </a:spcAft>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state: The state or province where a customer is located.</a:t>
            </a:r>
          </a:p>
          <a:p>
            <a:pPr rtl="0">
              <a:spcBef>
                <a:spcPts val="0"/>
              </a:spcBef>
              <a:spcAft>
                <a:spcPts val="0"/>
              </a:spcAft>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country: The country where a customer is located.</a:t>
            </a:r>
          </a:p>
          <a:p>
            <a:pPr rtl="0">
              <a:spcBef>
                <a:spcPts val="0"/>
              </a:spcBef>
              <a:spcAft>
                <a:spcPts val="0"/>
              </a:spcAft>
            </a:pPr>
            <a:r>
              <a:rPr lang="en-US" sz="1200" dirty="0" err="1">
                <a:solidFill>
                  <a:srgbClr val="000000"/>
                </a:solidFill>
                <a:latin typeface="Lato" panose="020F0502020204030203" pitchFamily="34" charset="0"/>
                <a:ea typeface="Lato" panose="020F0502020204030203" pitchFamily="34" charset="0"/>
                <a:cs typeface="Lato" panose="020F0502020204030203" pitchFamily="34" charset="0"/>
              </a:rPr>
              <a:t>postal_code</a:t>
            </a: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 The postal or zip code of a customer's address.</a:t>
            </a:r>
          </a:p>
          <a:p>
            <a:pPr rtl="0">
              <a:spcBef>
                <a:spcPts val="0"/>
              </a:spcBef>
              <a:spcAft>
                <a:spcPts val="0"/>
              </a:spcAft>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phone: The phone number of a customer.</a:t>
            </a:r>
          </a:p>
          <a:p>
            <a:pPr rtl="0">
              <a:spcBef>
                <a:spcPts val="0"/>
              </a:spcBef>
              <a:spcAft>
                <a:spcPts val="0"/>
              </a:spcAft>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fax: The fax number associated with a customer.</a:t>
            </a:r>
          </a:p>
          <a:p>
            <a:pPr rtl="0">
              <a:spcBef>
                <a:spcPts val="0"/>
              </a:spcBef>
              <a:spcAft>
                <a:spcPts val="0"/>
              </a:spcAft>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email: The email address of a </a:t>
            </a:r>
          </a:p>
          <a:p>
            <a:pPr rtl="0">
              <a:spcBef>
                <a:spcPts val="0"/>
              </a:spcBef>
              <a:spcAft>
                <a:spcPts val="0"/>
              </a:spcAft>
            </a:pPr>
            <a:r>
              <a:rPr lang="en-US" sz="1200" dirty="0" err="1">
                <a:solidFill>
                  <a:srgbClr val="000000"/>
                </a:solidFill>
                <a:latin typeface="Lato" panose="020F0502020204030203" pitchFamily="34" charset="0"/>
                <a:ea typeface="Lato" panose="020F0502020204030203" pitchFamily="34" charset="0"/>
                <a:cs typeface="Lato" panose="020F0502020204030203" pitchFamily="34" charset="0"/>
              </a:rPr>
              <a:t>customer.support_rep_id</a:t>
            </a: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 The employee ID of the support representative assigned to a customer.</a:t>
            </a:r>
          </a:p>
        </p:txBody>
      </p:sp>
      <p:sp>
        <p:nvSpPr>
          <p:cNvPr id="6" name="Content Placeholder 5">
            <a:extLst>
              <a:ext uri="{FF2B5EF4-FFF2-40B4-BE49-F238E27FC236}">
                <a16:creationId xmlns:a16="http://schemas.microsoft.com/office/drawing/2014/main" id="{5C625698-C600-4B3E-9CE0-34CD1E93978F}"/>
              </a:ext>
            </a:extLst>
          </p:cNvPr>
          <p:cNvSpPr>
            <a:spLocks noGrp="1"/>
          </p:cNvSpPr>
          <p:nvPr>
            <p:ph sz="half" idx="2"/>
          </p:nvPr>
        </p:nvSpPr>
        <p:spPr>
          <a:xfrm>
            <a:off x="6208712" y="2603499"/>
            <a:ext cx="4825159" cy="4010661"/>
          </a:xfrm>
        </p:spPr>
        <p:txBody>
          <a:bodyPr>
            <a:normAutofit fontScale="92500" lnSpcReduction="20000"/>
          </a:bodyPr>
          <a:lstStyle/>
          <a:p>
            <a:pPr rtl="0">
              <a:spcBef>
                <a:spcPts val="0"/>
              </a:spcBef>
              <a:spcAft>
                <a:spcPts val="0"/>
              </a:spcAft>
            </a:pPr>
            <a:r>
              <a:rPr lang="en-US" sz="1800" b="0" i="0" u="none" strike="noStrike" dirty="0">
                <a:solidFill>
                  <a:srgbClr val="000000"/>
                </a:solidFill>
                <a:effectLst/>
                <a:latin typeface="Arial" panose="020B0604020202020204" pitchFamily="34" charset="0"/>
              </a:rPr>
              <a:t>invoice:</a:t>
            </a:r>
            <a:endParaRPr lang="en-US" dirty="0"/>
          </a:p>
          <a:p>
            <a:pPr rtl="0">
              <a:spcBef>
                <a:spcPts val="0"/>
              </a:spcBef>
              <a:spcAft>
                <a:spcPts val="0"/>
              </a:spcAft>
            </a:pPr>
            <a:r>
              <a:rPr lang="en-US" sz="1800" b="0" i="0" u="none" strike="noStrike" dirty="0" err="1">
                <a:solidFill>
                  <a:srgbClr val="000000"/>
                </a:solidFill>
                <a:effectLst/>
                <a:latin typeface="Arial" panose="020B0604020202020204" pitchFamily="34" charset="0"/>
              </a:rPr>
              <a:t>invoice_id</a:t>
            </a:r>
            <a:r>
              <a:rPr lang="en-US" sz="1800" b="0" i="0" u="none" strike="noStrike" dirty="0">
                <a:solidFill>
                  <a:srgbClr val="000000"/>
                </a:solidFill>
                <a:effectLst/>
                <a:latin typeface="Arial" panose="020B0604020202020204" pitchFamily="34" charset="0"/>
              </a:rPr>
              <a:t>: Unique identifier assigned to each invoice.</a:t>
            </a:r>
          </a:p>
          <a:p>
            <a:pPr rtl="0">
              <a:spcBef>
                <a:spcPts val="0"/>
              </a:spcBef>
              <a:spcAft>
                <a:spcPts val="0"/>
              </a:spcAft>
            </a:pPr>
            <a:r>
              <a:rPr lang="en-US" sz="1800" b="0" i="0" u="none" strike="noStrike" dirty="0" err="1">
                <a:solidFill>
                  <a:srgbClr val="000000"/>
                </a:solidFill>
                <a:effectLst/>
                <a:latin typeface="Arial" panose="020B0604020202020204" pitchFamily="34" charset="0"/>
              </a:rPr>
              <a:t>customer_id</a:t>
            </a:r>
            <a:r>
              <a:rPr lang="en-US" sz="1800" b="0" i="0" u="none" strike="noStrike" dirty="0">
                <a:solidFill>
                  <a:srgbClr val="000000"/>
                </a:solidFill>
                <a:effectLst/>
                <a:latin typeface="Arial" panose="020B0604020202020204" pitchFamily="34" charset="0"/>
              </a:rPr>
              <a:t>: The customer ID associated with the invoice.</a:t>
            </a:r>
          </a:p>
          <a:p>
            <a:pPr rtl="0">
              <a:spcBef>
                <a:spcPts val="0"/>
              </a:spcBef>
              <a:spcAft>
                <a:spcPts val="0"/>
              </a:spcAft>
            </a:pPr>
            <a:r>
              <a:rPr lang="en-US" sz="1800" b="0" i="0" u="none" strike="noStrike" dirty="0" err="1">
                <a:solidFill>
                  <a:srgbClr val="000000"/>
                </a:solidFill>
                <a:effectLst/>
                <a:latin typeface="Arial" panose="020B0604020202020204" pitchFamily="34" charset="0"/>
              </a:rPr>
              <a:t>invoice_date</a:t>
            </a:r>
            <a:r>
              <a:rPr lang="en-US" sz="1800" b="0" i="0" u="none" strike="noStrike" dirty="0">
                <a:solidFill>
                  <a:srgbClr val="000000"/>
                </a:solidFill>
                <a:effectLst/>
                <a:latin typeface="Arial" panose="020B0604020202020204" pitchFamily="34" charset="0"/>
              </a:rPr>
              <a:t>: The date when the invoice was generated or issued.</a:t>
            </a:r>
          </a:p>
          <a:p>
            <a:pPr rtl="0">
              <a:spcBef>
                <a:spcPts val="0"/>
              </a:spcBef>
              <a:spcAft>
                <a:spcPts val="0"/>
              </a:spcAft>
            </a:pPr>
            <a:r>
              <a:rPr lang="en-US" sz="1800" b="0" i="0" u="none" strike="noStrike" dirty="0" err="1">
                <a:solidFill>
                  <a:srgbClr val="000000"/>
                </a:solidFill>
                <a:effectLst/>
                <a:latin typeface="Arial" panose="020B0604020202020204" pitchFamily="34" charset="0"/>
              </a:rPr>
              <a:t>billing_address</a:t>
            </a:r>
            <a:r>
              <a:rPr lang="en-US" sz="1800" b="0" i="0" u="none" strike="noStrike" dirty="0">
                <a:solidFill>
                  <a:srgbClr val="000000"/>
                </a:solidFill>
                <a:effectLst/>
                <a:latin typeface="Arial" panose="020B0604020202020204" pitchFamily="34" charset="0"/>
              </a:rPr>
              <a:t>: The street address used for billing purposes.</a:t>
            </a:r>
          </a:p>
          <a:p>
            <a:pPr rtl="0">
              <a:spcBef>
                <a:spcPts val="0"/>
              </a:spcBef>
              <a:spcAft>
                <a:spcPts val="0"/>
              </a:spcAft>
            </a:pPr>
            <a:r>
              <a:rPr lang="en-US" sz="1800" b="0" i="0" u="none" strike="noStrike" dirty="0" err="1">
                <a:solidFill>
                  <a:srgbClr val="000000"/>
                </a:solidFill>
                <a:effectLst/>
                <a:latin typeface="Arial" panose="020B0604020202020204" pitchFamily="34" charset="0"/>
              </a:rPr>
              <a:t>billing_city</a:t>
            </a:r>
            <a:r>
              <a:rPr lang="en-US" sz="1800" b="0" i="0" u="none" strike="noStrike" dirty="0">
                <a:solidFill>
                  <a:srgbClr val="000000"/>
                </a:solidFill>
                <a:effectLst/>
                <a:latin typeface="Arial" panose="020B0604020202020204" pitchFamily="34" charset="0"/>
              </a:rPr>
              <a:t>: The city used for billing purposes.</a:t>
            </a:r>
          </a:p>
          <a:p>
            <a:pPr rtl="0">
              <a:spcBef>
                <a:spcPts val="0"/>
              </a:spcBef>
              <a:spcAft>
                <a:spcPts val="0"/>
              </a:spcAft>
            </a:pPr>
            <a:r>
              <a:rPr lang="en-US" sz="1800" b="0" i="0" u="none" strike="noStrike" dirty="0" err="1">
                <a:solidFill>
                  <a:srgbClr val="000000"/>
                </a:solidFill>
                <a:effectLst/>
                <a:latin typeface="Arial" panose="020B0604020202020204" pitchFamily="34" charset="0"/>
              </a:rPr>
              <a:t>billing_state</a:t>
            </a:r>
            <a:r>
              <a:rPr lang="en-US" sz="1800" b="0" i="0" u="none" strike="noStrike" dirty="0">
                <a:solidFill>
                  <a:srgbClr val="000000"/>
                </a:solidFill>
                <a:effectLst/>
                <a:latin typeface="Arial" panose="020B0604020202020204" pitchFamily="34" charset="0"/>
              </a:rPr>
              <a:t>: The state or province used for billing purposes.</a:t>
            </a:r>
          </a:p>
          <a:p>
            <a:pPr rtl="0">
              <a:spcBef>
                <a:spcPts val="0"/>
              </a:spcBef>
              <a:spcAft>
                <a:spcPts val="0"/>
              </a:spcAft>
            </a:pPr>
            <a:r>
              <a:rPr lang="en-US" sz="1800" b="0" i="0" u="none" strike="noStrike" dirty="0" err="1">
                <a:solidFill>
                  <a:srgbClr val="000000"/>
                </a:solidFill>
                <a:effectLst/>
                <a:latin typeface="Arial" panose="020B0604020202020204" pitchFamily="34" charset="0"/>
              </a:rPr>
              <a:t>billing_country</a:t>
            </a:r>
            <a:r>
              <a:rPr lang="en-US" sz="1800" b="0" i="0" u="none" strike="noStrike" dirty="0">
                <a:solidFill>
                  <a:srgbClr val="000000"/>
                </a:solidFill>
                <a:effectLst/>
                <a:latin typeface="Arial" panose="020B0604020202020204" pitchFamily="34" charset="0"/>
              </a:rPr>
              <a:t>: The country used for billing purposes.</a:t>
            </a:r>
          </a:p>
          <a:p>
            <a:pPr rtl="0">
              <a:spcBef>
                <a:spcPts val="0"/>
              </a:spcBef>
              <a:spcAft>
                <a:spcPts val="0"/>
              </a:spcAft>
            </a:pPr>
            <a:r>
              <a:rPr lang="en-US" sz="1800" b="0" i="0" u="none" strike="noStrike" dirty="0" err="1">
                <a:solidFill>
                  <a:srgbClr val="000000"/>
                </a:solidFill>
                <a:effectLst/>
                <a:latin typeface="Arial" panose="020B0604020202020204" pitchFamily="34" charset="0"/>
              </a:rPr>
              <a:t>billing_postal_code</a:t>
            </a:r>
            <a:r>
              <a:rPr lang="en-US" sz="1800" b="0" i="0" u="none" strike="noStrike" dirty="0">
                <a:solidFill>
                  <a:srgbClr val="000000"/>
                </a:solidFill>
                <a:effectLst/>
                <a:latin typeface="Arial" panose="020B0604020202020204" pitchFamily="34" charset="0"/>
              </a:rPr>
              <a:t>: The postal or zip code used for billing purposes.</a:t>
            </a:r>
          </a:p>
          <a:p>
            <a:pPr rtl="0">
              <a:spcBef>
                <a:spcPts val="0"/>
              </a:spcBef>
              <a:spcAft>
                <a:spcPts val="0"/>
              </a:spcAft>
            </a:pPr>
            <a:r>
              <a:rPr lang="en-US" sz="1800" b="0" i="0" u="none" strike="noStrike" dirty="0">
                <a:solidFill>
                  <a:srgbClr val="000000"/>
                </a:solidFill>
                <a:effectLst/>
                <a:latin typeface="Arial" panose="020B0604020202020204" pitchFamily="34" charset="0"/>
              </a:rPr>
              <a:t>total: The total amount due on the invoice.</a:t>
            </a:r>
          </a:p>
        </p:txBody>
      </p:sp>
    </p:spTree>
    <p:extLst>
      <p:ext uri="{BB962C8B-B14F-4D97-AF65-F5344CB8AC3E}">
        <p14:creationId xmlns:p14="http://schemas.microsoft.com/office/powerpoint/2010/main" val="1161314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92E1B4B2-38B7-4C0E-9779-33F1217E0A79}"/>
              </a:ext>
            </a:extLst>
          </p:cNvPr>
          <p:cNvSpPr>
            <a:spLocks noGrp="1"/>
          </p:cNvSpPr>
          <p:nvPr>
            <p:ph sz="half" idx="1"/>
          </p:nvPr>
        </p:nvSpPr>
        <p:spPr>
          <a:xfrm>
            <a:off x="1298448" y="2438400"/>
            <a:ext cx="4718304" cy="4419600"/>
          </a:xfrm>
        </p:spPr>
        <p:txBody>
          <a:bodyPr>
            <a:normAutofit/>
          </a:bodyPr>
          <a:lstStyle/>
          <a:p>
            <a:pPr marL="0" indent="0" rtl="0">
              <a:spcBef>
                <a:spcPts val="0"/>
              </a:spcBef>
              <a:spcAft>
                <a:spcPts val="0"/>
              </a:spcAft>
              <a:buNone/>
            </a:pPr>
            <a:r>
              <a:rPr lang="en-US" sz="1500" b="1" i="0" u="none" strike="noStrike" dirty="0">
                <a:solidFill>
                  <a:srgbClr val="000000"/>
                </a:solidFill>
                <a:effectLst/>
                <a:latin typeface="Arial" panose="020B0604020202020204" pitchFamily="34" charset="0"/>
              </a:rPr>
              <a:t>invoice</a:t>
            </a:r>
            <a:r>
              <a:rPr lang="en-US" sz="1500" b="0" i="0" u="none" strike="noStrike" dirty="0">
                <a:solidFill>
                  <a:srgbClr val="000000"/>
                </a:solidFill>
                <a:effectLst/>
                <a:latin typeface="Arial" panose="020B0604020202020204" pitchFamily="34" charset="0"/>
              </a:rPr>
              <a:t>:</a:t>
            </a:r>
            <a:endParaRPr lang="en-US" sz="1500" dirty="0"/>
          </a:p>
          <a:p>
            <a:pPr rtl="0">
              <a:spcBef>
                <a:spcPts val="0"/>
              </a:spcBef>
              <a:spcAft>
                <a:spcPts val="0"/>
              </a:spcAft>
            </a:pPr>
            <a:r>
              <a:rPr lang="en-US" sz="1500" b="0" i="0" u="none" strike="noStrike" dirty="0" err="1">
                <a:solidFill>
                  <a:srgbClr val="000000"/>
                </a:solidFill>
                <a:effectLst/>
                <a:latin typeface="Arial" panose="020B0604020202020204" pitchFamily="34" charset="0"/>
              </a:rPr>
              <a:t>invoice_id</a:t>
            </a:r>
            <a:r>
              <a:rPr lang="en-US" sz="1500" b="0" i="0" u="none" strike="noStrike" dirty="0">
                <a:solidFill>
                  <a:srgbClr val="000000"/>
                </a:solidFill>
                <a:effectLst/>
                <a:latin typeface="Arial" panose="020B0604020202020204" pitchFamily="34" charset="0"/>
              </a:rPr>
              <a:t>: Unique identifier assigned to each invoice.</a:t>
            </a:r>
          </a:p>
          <a:p>
            <a:pPr rtl="0">
              <a:spcBef>
                <a:spcPts val="0"/>
              </a:spcBef>
              <a:spcAft>
                <a:spcPts val="0"/>
              </a:spcAft>
            </a:pPr>
            <a:r>
              <a:rPr lang="en-US" sz="1500" b="0" i="0" u="none" strike="noStrike" dirty="0" err="1">
                <a:solidFill>
                  <a:srgbClr val="000000"/>
                </a:solidFill>
                <a:effectLst/>
                <a:latin typeface="Arial" panose="020B0604020202020204" pitchFamily="34" charset="0"/>
              </a:rPr>
              <a:t>customer_id</a:t>
            </a:r>
            <a:r>
              <a:rPr lang="en-US" sz="1500" b="0" i="0" u="none" strike="noStrike" dirty="0">
                <a:solidFill>
                  <a:srgbClr val="000000"/>
                </a:solidFill>
                <a:effectLst/>
                <a:latin typeface="Arial" panose="020B0604020202020204" pitchFamily="34" charset="0"/>
              </a:rPr>
              <a:t>: The customer ID associated with the invoice.</a:t>
            </a:r>
          </a:p>
          <a:p>
            <a:pPr rtl="0">
              <a:spcBef>
                <a:spcPts val="0"/>
              </a:spcBef>
              <a:spcAft>
                <a:spcPts val="0"/>
              </a:spcAft>
            </a:pPr>
            <a:r>
              <a:rPr lang="en-US" sz="1500" b="0" i="0" u="none" strike="noStrike" dirty="0" err="1">
                <a:solidFill>
                  <a:srgbClr val="000000"/>
                </a:solidFill>
                <a:effectLst/>
                <a:latin typeface="Arial" panose="020B0604020202020204" pitchFamily="34" charset="0"/>
              </a:rPr>
              <a:t>invoice_date</a:t>
            </a:r>
            <a:r>
              <a:rPr lang="en-US" sz="1500" b="0" i="0" u="none" strike="noStrike" dirty="0">
                <a:solidFill>
                  <a:srgbClr val="000000"/>
                </a:solidFill>
                <a:effectLst/>
                <a:latin typeface="Arial" panose="020B0604020202020204" pitchFamily="34" charset="0"/>
              </a:rPr>
              <a:t>: The date when the invoice was generated or issued.</a:t>
            </a:r>
          </a:p>
          <a:p>
            <a:pPr rtl="0">
              <a:spcBef>
                <a:spcPts val="0"/>
              </a:spcBef>
              <a:spcAft>
                <a:spcPts val="0"/>
              </a:spcAft>
            </a:pPr>
            <a:r>
              <a:rPr lang="en-US" sz="1500" b="0" i="0" u="none" strike="noStrike" dirty="0" err="1">
                <a:solidFill>
                  <a:srgbClr val="000000"/>
                </a:solidFill>
                <a:effectLst/>
                <a:latin typeface="Arial" panose="020B0604020202020204" pitchFamily="34" charset="0"/>
              </a:rPr>
              <a:t>billing_address</a:t>
            </a:r>
            <a:r>
              <a:rPr lang="en-US" sz="1500" b="0" i="0" u="none" strike="noStrike" dirty="0">
                <a:solidFill>
                  <a:srgbClr val="000000"/>
                </a:solidFill>
                <a:effectLst/>
                <a:latin typeface="Arial" panose="020B0604020202020204" pitchFamily="34" charset="0"/>
              </a:rPr>
              <a:t>: The street address used for billing purposes.</a:t>
            </a:r>
          </a:p>
          <a:p>
            <a:pPr rtl="0">
              <a:spcBef>
                <a:spcPts val="0"/>
              </a:spcBef>
              <a:spcAft>
                <a:spcPts val="0"/>
              </a:spcAft>
            </a:pPr>
            <a:r>
              <a:rPr lang="en-US" sz="1500" b="0" i="0" u="none" strike="noStrike" dirty="0" err="1">
                <a:solidFill>
                  <a:srgbClr val="000000"/>
                </a:solidFill>
                <a:effectLst/>
                <a:latin typeface="Arial" panose="020B0604020202020204" pitchFamily="34" charset="0"/>
              </a:rPr>
              <a:t>billing_city</a:t>
            </a:r>
            <a:r>
              <a:rPr lang="en-US" sz="1500" b="0" i="0" u="none" strike="noStrike" dirty="0">
                <a:solidFill>
                  <a:srgbClr val="000000"/>
                </a:solidFill>
                <a:effectLst/>
                <a:latin typeface="Arial" panose="020B0604020202020204" pitchFamily="34" charset="0"/>
              </a:rPr>
              <a:t>: The city used for billing purposes.</a:t>
            </a:r>
          </a:p>
          <a:p>
            <a:pPr rtl="0">
              <a:spcBef>
                <a:spcPts val="0"/>
              </a:spcBef>
              <a:spcAft>
                <a:spcPts val="0"/>
              </a:spcAft>
            </a:pPr>
            <a:r>
              <a:rPr lang="en-US" sz="1500" b="0" i="0" u="none" strike="noStrike" dirty="0" err="1">
                <a:solidFill>
                  <a:srgbClr val="000000"/>
                </a:solidFill>
                <a:effectLst/>
                <a:latin typeface="Arial" panose="020B0604020202020204" pitchFamily="34" charset="0"/>
              </a:rPr>
              <a:t>billing_state</a:t>
            </a:r>
            <a:r>
              <a:rPr lang="en-US" sz="1500" b="0" i="0" u="none" strike="noStrike" dirty="0">
                <a:solidFill>
                  <a:srgbClr val="000000"/>
                </a:solidFill>
                <a:effectLst/>
                <a:latin typeface="Arial" panose="020B0604020202020204" pitchFamily="34" charset="0"/>
              </a:rPr>
              <a:t>: The state or province used for billing purposes.</a:t>
            </a:r>
          </a:p>
          <a:p>
            <a:pPr rtl="0">
              <a:spcBef>
                <a:spcPts val="0"/>
              </a:spcBef>
              <a:spcAft>
                <a:spcPts val="0"/>
              </a:spcAft>
            </a:pPr>
            <a:r>
              <a:rPr lang="en-US" sz="1500" b="0" i="0" u="none" strike="noStrike" dirty="0" err="1">
                <a:solidFill>
                  <a:srgbClr val="000000"/>
                </a:solidFill>
                <a:effectLst/>
                <a:latin typeface="Arial" panose="020B0604020202020204" pitchFamily="34" charset="0"/>
              </a:rPr>
              <a:t>billing_country</a:t>
            </a:r>
            <a:r>
              <a:rPr lang="en-US" sz="1500" b="0" i="0" u="none" strike="noStrike" dirty="0">
                <a:solidFill>
                  <a:srgbClr val="000000"/>
                </a:solidFill>
                <a:effectLst/>
                <a:latin typeface="Arial" panose="020B0604020202020204" pitchFamily="34" charset="0"/>
              </a:rPr>
              <a:t>: The country used for billing purposes.</a:t>
            </a:r>
          </a:p>
          <a:p>
            <a:pPr rtl="0">
              <a:spcBef>
                <a:spcPts val="0"/>
              </a:spcBef>
              <a:spcAft>
                <a:spcPts val="0"/>
              </a:spcAft>
            </a:pPr>
            <a:r>
              <a:rPr lang="en-US" sz="1500" b="0" i="0" u="none" strike="noStrike" dirty="0" err="1">
                <a:solidFill>
                  <a:srgbClr val="000000"/>
                </a:solidFill>
                <a:effectLst/>
                <a:latin typeface="Arial" panose="020B0604020202020204" pitchFamily="34" charset="0"/>
              </a:rPr>
              <a:t>billing_postal_code</a:t>
            </a:r>
            <a:r>
              <a:rPr lang="en-US" sz="1500" b="0" i="0" u="none" strike="noStrike" dirty="0">
                <a:solidFill>
                  <a:srgbClr val="000000"/>
                </a:solidFill>
                <a:effectLst/>
                <a:latin typeface="Arial" panose="020B0604020202020204" pitchFamily="34" charset="0"/>
              </a:rPr>
              <a:t>: The postal or zip code used for billing purposes.</a:t>
            </a:r>
          </a:p>
          <a:p>
            <a:pPr rtl="0">
              <a:spcBef>
                <a:spcPts val="0"/>
              </a:spcBef>
              <a:spcAft>
                <a:spcPts val="0"/>
              </a:spcAft>
            </a:pPr>
            <a:r>
              <a:rPr lang="en-US" sz="1500" b="0" i="0" u="none" strike="noStrike" dirty="0">
                <a:solidFill>
                  <a:srgbClr val="000000"/>
                </a:solidFill>
                <a:effectLst/>
                <a:latin typeface="Arial" panose="020B0604020202020204" pitchFamily="34" charset="0"/>
              </a:rPr>
              <a:t>total: The total amount due on the invoice.</a:t>
            </a:r>
          </a:p>
          <a:p>
            <a:endParaRPr lang="en-IN" dirty="0"/>
          </a:p>
        </p:txBody>
      </p:sp>
      <p:sp>
        <p:nvSpPr>
          <p:cNvPr id="17" name="Content Placeholder 16">
            <a:extLst>
              <a:ext uri="{FF2B5EF4-FFF2-40B4-BE49-F238E27FC236}">
                <a16:creationId xmlns:a16="http://schemas.microsoft.com/office/drawing/2014/main" id="{BBB96C49-7E75-484D-BBE1-F6ADF9653FD4}"/>
              </a:ext>
            </a:extLst>
          </p:cNvPr>
          <p:cNvSpPr>
            <a:spLocks noGrp="1"/>
          </p:cNvSpPr>
          <p:nvPr>
            <p:ph sz="half" idx="2"/>
          </p:nvPr>
        </p:nvSpPr>
        <p:spPr>
          <a:xfrm>
            <a:off x="6181344" y="2438400"/>
            <a:ext cx="4718304" cy="4419600"/>
          </a:xfrm>
        </p:spPr>
        <p:txBody>
          <a:bodyPr>
            <a:noAutofit/>
          </a:bodyPr>
          <a:lstStyle/>
          <a:p>
            <a:pPr marL="0" indent="0" rtl="0">
              <a:spcBef>
                <a:spcPts val="0"/>
              </a:spcBef>
              <a:spcAft>
                <a:spcPts val="0"/>
              </a:spcAft>
              <a:buNone/>
            </a:pPr>
            <a:r>
              <a:rPr lang="en-US" sz="1400" b="1" i="0" u="none" strike="noStrike" dirty="0" err="1">
                <a:solidFill>
                  <a:srgbClr val="000000"/>
                </a:solidFill>
                <a:effectLst/>
                <a:latin typeface="Arial" panose="020B0604020202020204" pitchFamily="34" charset="0"/>
              </a:rPr>
              <a:t>invoice_line</a:t>
            </a:r>
            <a:r>
              <a:rPr lang="en-US" sz="1400" b="1" i="0" u="none" strike="noStrike" dirty="0">
                <a:solidFill>
                  <a:srgbClr val="000000"/>
                </a:solidFill>
                <a:effectLst/>
                <a:latin typeface="Arial" panose="020B0604020202020204" pitchFamily="34" charset="0"/>
              </a:rPr>
              <a:t>:</a:t>
            </a:r>
            <a:endParaRPr lang="en-US" sz="1400" dirty="0"/>
          </a:p>
          <a:p>
            <a:pPr rtl="0">
              <a:spcBef>
                <a:spcPts val="0"/>
              </a:spcBef>
              <a:spcAft>
                <a:spcPts val="0"/>
              </a:spcAft>
            </a:pPr>
            <a:r>
              <a:rPr lang="en-US" sz="1400" b="0" i="0" u="none" strike="noStrike" dirty="0" err="1">
                <a:solidFill>
                  <a:srgbClr val="000000"/>
                </a:solidFill>
                <a:effectLst/>
                <a:latin typeface="Arial" panose="020B0604020202020204" pitchFamily="34" charset="0"/>
              </a:rPr>
              <a:t>invoice_line_id</a:t>
            </a:r>
            <a:r>
              <a:rPr lang="en-US" sz="1400" b="0" i="0" u="none" strike="noStrike" dirty="0">
                <a:solidFill>
                  <a:srgbClr val="000000"/>
                </a:solidFill>
                <a:effectLst/>
                <a:latin typeface="Arial" panose="020B0604020202020204" pitchFamily="34" charset="0"/>
              </a:rPr>
              <a:t>: Unique identifier assigned to each line item on an invoice.</a:t>
            </a:r>
          </a:p>
          <a:p>
            <a:pPr rtl="0">
              <a:spcBef>
                <a:spcPts val="0"/>
              </a:spcBef>
              <a:spcAft>
                <a:spcPts val="0"/>
              </a:spcAft>
            </a:pPr>
            <a:r>
              <a:rPr lang="en-US" sz="1400" b="0" i="0" u="none" strike="noStrike" dirty="0" err="1">
                <a:solidFill>
                  <a:srgbClr val="000000"/>
                </a:solidFill>
                <a:effectLst/>
                <a:latin typeface="Arial" panose="020B0604020202020204" pitchFamily="34" charset="0"/>
              </a:rPr>
              <a:t>invoice_id</a:t>
            </a:r>
            <a:r>
              <a:rPr lang="en-US" sz="1400" b="0" i="0" u="none" strike="noStrike" dirty="0">
                <a:solidFill>
                  <a:srgbClr val="000000"/>
                </a:solidFill>
                <a:effectLst/>
                <a:latin typeface="Arial" panose="020B0604020202020204" pitchFamily="34" charset="0"/>
              </a:rPr>
              <a:t>: The invoice ID to which the line item belongs.</a:t>
            </a:r>
          </a:p>
          <a:p>
            <a:pPr rtl="0">
              <a:spcBef>
                <a:spcPts val="0"/>
              </a:spcBef>
              <a:spcAft>
                <a:spcPts val="0"/>
              </a:spcAft>
            </a:pPr>
            <a:r>
              <a:rPr lang="en-US" sz="1400" b="0" i="0" u="none" strike="noStrike" dirty="0" err="1">
                <a:solidFill>
                  <a:srgbClr val="000000"/>
                </a:solidFill>
                <a:effectLst/>
                <a:latin typeface="Arial" panose="020B0604020202020204" pitchFamily="34" charset="0"/>
              </a:rPr>
              <a:t>track_id</a:t>
            </a:r>
            <a:r>
              <a:rPr lang="en-US" sz="1400" b="0" i="0" u="none" strike="noStrike" dirty="0">
                <a:solidFill>
                  <a:srgbClr val="000000"/>
                </a:solidFill>
                <a:effectLst/>
                <a:latin typeface="Arial" panose="020B0604020202020204" pitchFamily="34" charset="0"/>
              </a:rPr>
              <a:t>: The ID of the track or product included in the line item.</a:t>
            </a:r>
          </a:p>
          <a:p>
            <a:pPr rtl="0">
              <a:spcBef>
                <a:spcPts val="0"/>
              </a:spcBef>
              <a:spcAft>
                <a:spcPts val="0"/>
              </a:spcAft>
            </a:pPr>
            <a:r>
              <a:rPr lang="en-US" sz="1400" b="0" i="0" u="none" strike="noStrike" dirty="0" err="1">
                <a:solidFill>
                  <a:srgbClr val="000000"/>
                </a:solidFill>
                <a:effectLst/>
                <a:latin typeface="Arial" panose="020B0604020202020204" pitchFamily="34" charset="0"/>
              </a:rPr>
              <a:t>unit_price</a:t>
            </a:r>
            <a:r>
              <a:rPr lang="en-US" sz="1400" b="0" i="0" u="none" strike="noStrike" dirty="0">
                <a:solidFill>
                  <a:srgbClr val="000000"/>
                </a:solidFill>
                <a:effectLst/>
                <a:latin typeface="Arial" panose="020B0604020202020204" pitchFamily="34" charset="0"/>
              </a:rPr>
              <a:t>: The price per unit for the line item.</a:t>
            </a:r>
          </a:p>
          <a:p>
            <a:pPr rtl="0">
              <a:spcBef>
                <a:spcPts val="0"/>
              </a:spcBef>
              <a:spcAft>
                <a:spcPts val="0"/>
              </a:spcAft>
            </a:pPr>
            <a:r>
              <a:rPr lang="en-US" sz="1400" b="0" i="0" u="none" strike="noStrike" dirty="0">
                <a:solidFill>
                  <a:srgbClr val="000000"/>
                </a:solidFill>
                <a:effectLst/>
                <a:latin typeface="Arial" panose="020B0604020202020204" pitchFamily="34" charset="0"/>
              </a:rPr>
              <a:t>quantity: The quantity of units for the line item</a:t>
            </a:r>
          </a:p>
          <a:p>
            <a:pPr marL="0" indent="0" rtl="0">
              <a:spcBef>
                <a:spcPts val="0"/>
              </a:spcBef>
              <a:spcAft>
                <a:spcPts val="0"/>
              </a:spcAft>
              <a:buNone/>
            </a:pPr>
            <a:r>
              <a:rPr lang="en-US" sz="1400" b="0" i="0" u="none" strike="noStrike" dirty="0">
                <a:solidFill>
                  <a:srgbClr val="000000"/>
                </a:solidFill>
                <a:effectLst/>
                <a:latin typeface="Arial" panose="020B0604020202020204" pitchFamily="34" charset="0"/>
              </a:rPr>
              <a:t>.</a:t>
            </a:r>
          </a:p>
          <a:p>
            <a:pPr marL="0" indent="0" rtl="0">
              <a:spcBef>
                <a:spcPts val="0"/>
              </a:spcBef>
              <a:spcAft>
                <a:spcPts val="0"/>
              </a:spcAft>
              <a:buNone/>
            </a:pPr>
            <a:r>
              <a:rPr lang="en-US" sz="1400" b="1" i="0" u="none" strike="noStrike" dirty="0">
                <a:solidFill>
                  <a:srgbClr val="000000"/>
                </a:solidFill>
                <a:effectLst/>
                <a:latin typeface="Arial" panose="020B0604020202020204" pitchFamily="34" charset="0"/>
              </a:rPr>
              <a:t>playlist</a:t>
            </a:r>
            <a:r>
              <a:rPr lang="en-US" sz="1400" b="0" i="0" u="none" strike="noStrike" dirty="0">
                <a:solidFill>
                  <a:srgbClr val="000000"/>
                </a:solidFill>
                <a:effectLst/>
                <a:latin typeface="Arial" panose="020B0604020202020204" pitchFamily="34" charset="0"/>
              </a:rPr>
              <a:t>:</a:t>
            </a:r>
            <a:endParaRPr lang="en-US" sz="1400" dirty="0"/>
          </a:p>
          <a:p>
            <a:pPr rtl="0">
              <a:spcBef>
                <a:spcPts val="0"/>
              </a:spcBef>
              <a:spcAft>
                <a:spcPts val="0"/>
              </a:spcAft>
            </a:pPr>
            <a:r>
              <a:rPr lang="en-US" sz="1400" b="0" i="0" u="none" strike="noStrike" dirty="0" err="1">
                <a:solidFill>
                  <a:srgbClr val="000000"/>
                </a:solidFill>
                <a:effectLst/>
                <a:latin typeface="Arial" panose="020B0604020202020204" pitchFamily="34" charset="0"/>
              </a:rPr>
              <a:t>playlist_id</a:t>
            </a:r>
            <a:r>
              <a:rPr lang="en-US" sz="1400" b="0" i="0" u="none" strike="noStrike" dirty="0">
                <a:solidFill>
                  <a:srgbClr val="000000"/>
                </a:solidFill>
                <a:effectLst/>
                <a:latin typeface="Arial" panose="020B0604020202020204" pitchFamily="34" charset="0"/>
              </a:rPr>
              <a:t>: Unique identifier assigned to each playlist.</a:t>
            </a:r>
          </a:p>
          <a:p>
            <a:pPr rtl="0">
              <a:spcBef>
                <a:spcPts val="0"/>
              </a:spcBef>
              <a:spcAft>
                <a:spcPts val="0"/>
              </a:spcAft>
            </a:pPr>
            <a:r>
              <a:rPr lang="en-US" sz="1400" b="0" i="0" u="none" strike="noStrike" dirty="0">
                <a:solidFill>
                  <a:srgbClr val="000000"/>
                </a:solidFill>
                <a:effectLst/>
                <a:latin typeface="Arial" panose="020B0604020202020204" pitchFamily="34" charset="0"/>
              </a:rPr>
              <a:t>name: The name or title of the playlist.</a:t>
            </a:r>
          </a:p>
          <a:p>
            <a:pPr marL="0" indent="0" rtl="0">
              <a:spcBef>
                <a:spcPts val="0"/>
              </a:spcBef>
              <a:spcAft>
                <a:spcPts val="0"/>
              </a:spcAft>
              <a:buNone/>
            </a:pPr>
            <a:br>
              <a:rPr lang="en-US" sz="1400" b="0" dirty="0">
                <a:effectLst/>
              </a:rPr>
            </a:br>
            <a:r>
              <a:rPr lang="en-US" sz="1400" b="1" i="0" u="none" strike="noStrike" dirty="0" err="1">
                <a:solidFill>
                  <a:srgbClr val="000000"/>
                </a:solidFill>
                <a:effectLst/>
                <a:latin typeface="Arial" panose="020B0604020202020204" pitchFamily="34" charset="0"/>
              </a:rPr>
              <a:t>playlist_track</a:t>
            </a:r>
            <a:r>
              <a:rPr lang="en-US" sz="1400" b="0" i="0" u="none" strike="noStrike" dirty="0">
                <a:solidFill>
                  <a:srgbClr val="000000"/>
                </a:solidFill>
                <a:effectLst/>
                <a:latin typeface="Arial" panose="020B0604020202020204" pitchFamily="34" charset="0"/>
              </a:rPr>
              <a:t>:</a:t>
            </a:r>
            <a:endParaRPr lang="en-US" sz="1400" dirty="0"/>
          </a:p>
          <a:p>
            <a:pPr rtl="0">
              <a:spcBef>
                <a:spcPts val="0"/>
              </a:spcBef>
              <a:spcAft>
                <a:spcPts val="0"/>
              </a:spcAft>
            </a:pPr>
            <a:r>
              <a:rPr lang="en-US" sz="1400" b="0" i="0" u="none" strike="noStrike" dirty="0" err="1">
                <a:solidFill>
                  <a:srgbClr val="000000"/>
                </a:solidFill>
                <a:effectLst/>
                <a:latin typeface="Arial" panose="020B0604020202020204" pitchFamily="34" charset="0"/>
              </a:rPr>
              <a:t>playlist_id</a:t>
            </a:r>
            <a:r>
              <a:rPr lang="en-US" sz="1400" b="0" i="0" u="none" strike="noStrike" dirty="0">
                <a:solidFill>
                  <a:srgbClr val="000000"/>
                </a:solidFill>
                <a:effectLst/>
                <a:latin typeface="Arial" panose="020B0604020202020204" pitchFamily="34" charset="0"/>
              </a:rPr>
              <a:t>: The ID of the playlist to which the track belongs.</a:t>
            </a:r>
          </a:p>
          <a:p>
            <a:pPr rtl="0">
              <a:spcBef>
                <a:spcPts val="0"/>
              </a:spcBef>
              <a:spcAft>
                <a:spcPts val="0"/>
              </a:spcAft>
            </a:pPr>
            <a:r>
              <a:rPr lang="en-US" sz="1400" b="0" i="0" u="none" strike="noStrike" dirty="0" err="1">
                <a:solidFill>
                  <a:srgbClr val="000000"/>
                </a:solidFill>
                <a:effectLst/>
                <a:latin typeface="Arial" panose="020B0604020202020204" pitchFamily="34" charset="0"/>
              </a:rPr>
              <a:t>track_id</a:t>
            </a:r>
            <a:r>
              <a:rPr lang="en-US" sz="1400" b="0" i="0" u="none" strike="noStrike" dirty="0">
                <a:solidFill>
                  <a:srgbClr val="000000"/>
                </a:solidFill>
                <a:effectLst/>
                <a:latin typeface="Arial" panose="020B0604020202020204" pitchFamily="34" charset="0"/>
              </a:rPr>
              <a:t>: The ID of the track included in the playlist.</a:t>
            </a:r>
          </a:p>
          <a:p>
            <a:pPr marL="0" indent="0">
              <a:buNone/>
            </a:pPr>
            <a:endParaRPr lang="en-US" sz="1000" dirty="0">
              <a:solidFill>
                <a:srgbClr val="000000"/>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86612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70B41D-AE05-45D0-96AB-9BEEBD818532}"/>
              </a:ext>
            </a:extLst>
          </p:cNvPr>
          <p:cNvSpPr>
            <a:spLocks noGrp="1"/>
          </p:cNvSpPr>
          <p:nvPr>
            <p:ph sz="half" idx="1"/>
          </p:nvPr>
        </p:nvSpPr>
        <p:spPr>
          <a:xfrm>
            <a:off x="1154954" y="2603500"/>
            <a:ext cx="4828334" cy="3823933"/>
          </a:xfrm>
        </p:spPr>
        <p:txBody>
          <a:bodyPr>
            <a:normAutofit fontScale="77500" lnSpcReduction="20000"/>
          </a:bodyPr>
          <a:lstStyle/>
          <a:p>
            <a:pPr marL="0" indent="0" rtl="0">
              <a:spcBef>
                <a:spcPts val="0"/>
              </a:spcBef>
              <a:spcAft>
                <a:spcPts val="0"/>
              </a:spcAft>
              <a:buNone/>
            </a:pPr>
            <a:r>
              <a:rPr lang="en-US" sz="2100" b="1" i="0" u="none" strike="noStrike" dirty="0">
                <a:solidFill>
                  <a:srgbClr val="000000"/>
                </a:solidFill>
                <a:effectLst/>
                <a:latin typeface="Arial" panose="020B0604020202020204" pitchFamily="34" charset="0"/>
              </a:rPr>
              <a:t>album</a:t>
            </a:r>
            <a:r>
              <a:rPr lang="en-US" sz="2100" b="0" i="0" u="none" strike="noStrike" dirty="0">
                <a:solidFill>
                  <a:srgbClr val="000000"/>
                </a:solidFill>
                <a:effectLst/>
                <a:latin typeface="Arial" panose="020B0604020202020204" pitchFamily="34" charset="0"/>
              </a:rPr>
              <a:t>:</a:t>
            </a:r>
            <a:endParaRPr lang="en-US" sz="2100" dirty="0"/>
          </a:p>
          <a:p>
            <a:pPr rtl="0">
              <a:spcBef>
                <a:spcPts val="0"/>
              </a:spcBef>
              <a:spcAft>
                <a:spcPts val="0"/>
              </a:spcAft>
            </a:pPr>
            <a:r>
              <a:rPr lang="en-US" sz="2100" b="0" i="0" u="none" strike="noStrike" dirty="0" err="1">
                <a:solidFill>
                  <a:srgbClr val="000000"/>
                </a:solidFill>
                <a:effectLst/>
                <a:latin typeface="Arial" panose="020B0604020202020204" pitchFamily="34" charset="0"/>
              </a:rPr>
              <a:t>album_id</a:t>
            </a:r>
            <a:r>
              <a:rPr lang="en-US" sz="2100" b="0" i="0" u="none" strike="noStrike" dirty="0">
                <a:solidFill>
                  <a:srgbClr val="000000"/>
                </a:solidFill>
                <a:effectLst/>
                <a:latin typeface="Arial" panose="020B0604020202020204" pitchFamily="34" charset="0"/>
              </a:rPr>
              <a:t>: Unique identifier assigned to each album.</a:t>
            </a:r>
          </a:p>
          <a:p>
            <a:pPr rtl="0">
              <a:spcBef>
                <a:spcPts val="0"/>
              </a:spcBef>
              <a:spcAft>
                <a:spcPts val="0"/>
              </a:spcAft>
            </a:pPr>
            <a:r>
              <a:rPr lang="en-US" sz="2100" b="0" i="0" u="none" strike="noStrike" dirty="0">
                <a:solidFill>
                  <a:srgbClr val="000000"/>
                </a:solidFill>
                <a:effectLst/>
                <a:latin typeface="Arial" panose="020B0604020202020204" pitchFamily="34" charset="0"/>
              </a:rPr>
              <a:t>title: The title or name of the album.</a:t>
            </a:r>
          </a:p>
          <a:p>
            <a:pPr rtl="0">
              <a:spcBef>
                <a:spcPts val="0"/>
              </a:spcBef>
              <a:spcAft>
                <a:spcPts val="0"/>
              </a:spcAft>
            </a:pPr>
            <a:r>
              <a:rPr lang="en-US" sz="2100" b="0" i="0" u="none" strike="noStrike" dirty="0" err="1">
                <a:solidFill>
                  <a:srgbClr val="000000"/>
                </a:solidFill>
                <a:effectLst/>
                <a:latin typeface="Arial" panose="020B0604020202020204" pitchFamily="34" charset="0"/>
              </a:rPr>
              <a:t>artist_id</a:t>
            </a:r>
            <a:r>
              <a:rPr lang="en-US" sz="2100" b="0" i="0" u="none" strike="noStrike" dirty="0">
                <a:solidFill>
                  <a:srgbClr val="000000"/>
                </a:solidFill>
                <a:effectLst/>
                <a:latin typeface="Arial" panose="020B0604020202020204" pitchFamily="34" charset="0"/>
              </a:rPr>
              <a:t>: The ID of the artist associated with the album.</a:t>
            </a:r>
            <a:br>
              <a:rPr lang="en-US" sz="2100" b="0" dirty="0">
                <a:effectLst/>
              </a:rPr>
            </a:br>
            <a:endParaRPr lang="en-US" sz="2100" b="0" dirty="0">
              <a:effectLst/>
            </a:endParaRPr>
          </a:p>
          <a:p>
            <a:pPr marL="0" indent="0" rtl="0">
              <a:spcBef>
                <a:spcPts val="0"/>
              </a:spcBef>
              <a:spcAft>
                <a:spcPts val="0"/>
              </a:spcAft>
              <a:buNone/>
            </a:pPr>
            <a:r>
              <a:rPr lang="en-US" sz="2100" b="1" i="0" u="none" strike="noStrike" dirty="0">
                <a:solidFill>
                  <a:srgbClr val="000000"/>
                </a:solidFill>
                <a:effectLst/>
                <a:latin typeface="Arial" panose="020B0604020202020204" pitchFamily="34" charset="0"/>
              </a:rPr>
              <a:t>artist</a:t>
            </a:r>
            <a:r>
              <a:rPr lang="en-US" sz="2100" b="0" i="0" u="none" strike="noStrike" dirty="0">
                <a:solidFill>
                  <a:srgbClr val="000000"/>
                </a:solidFill>
                <a:effectLst/>
                <a:latin typeface="Arial" panose="020B0604020202020204" pitchFamily="34" charset="0"/>
              </a:rPr>
              <a:t>:</a:t>
            </a:r>
            <a:endParaRPr lang="en-US" sz="2100" dirty="0"/>
          </a:p>
          <a:p>
            <a:pPr rtl="0">
              <a:spcBef>
                <a:spcPts val="0"/>
              </a:spcBef>
              <a:spcAft>
                <a:spcPts val="0"/>
              </a:spcAft>
            </a:pPr>
            <a:r>
              <a:rPr lang="en-US" sz="2100" b="0" i="0" u="none" strike="noStrike" dirty="0" err="1">
                <a:solidFill>
                  <a:srgbClr val="000000"/>
                </a:solidFill>
                <a:effectLst/>
                <a:latin typeface="Arial" panose="020B0604020202020204" pitchFamily="34" charset="0"/>
              </a:rPr>
              <a:t>artist_id</a:t>
            </a:r>
            <a:r>
              <a:rPr lang="en-US" sz="2100" b="0" i="0" u="none" strike="noStrike" dirty="0">
                <a:solidFill>
                  <a:srgbClr val="000000"/>
                </a:solidFill>
                <a:effectLst/>
                <a:latin typeface="Arial" panose="020B0604020202020204" pitchFamily="34" charset="0"/>
              </a:rPr>
              <a:t>: Unique identifier assigned to each artist.</a:t>
            </a:r>
          </a:p>
          <a:p>
            <a:pPr rtl="0">
              <a:spcBef>
                <a:spcPts val="0"/>
              </a:spcBef>
              <a:spcAft>
                <a:spcPts val="0"/>
              </a:spcAft>
            </a:pPr>
            <a:r>
              <a:rPr lang="en-US" sz="2100" b="0" i="0" u="none" strike="noStrike" dirty="0">
                <a:solidFill>
                  <a:srgbClr val="000000"/>
                </a:solidFill>
                <a:effectLst/>
                <a:latin typeface="Arial" panose="020B0604020202020204" pitchFamily="34" charset="0"/>
              </a:rPr>
              <a:t>name: The name of the artist.</a:t>
            </a:r>
          </a:p>
          <a:p>
            <a:pPr rtl="0" fontAlgn="base">
              <a:spcBef>
                <a:spcPts val="0"/>
              </a:spcBef>
              <a:spcAft>
                <a:spcPts val="0"/>
              </a:spcAft>
              <a:buFont typeface="Arial" panose="020B0604020202020204" pitchFamily="34" charset="0"/>
              <a:buChar char="•"/>
            </a:pPr>
            <a:endParaRPr lang="en-US" sz="2100" dirty="0">
              <a:solidFill>
                <a:srgbClr val="000000"/>
              </a:solidFill>
              <a:latin typeface="Arial" panose="020B0604020202020204" pitchFamily="34" charset="0"/>
            </a:endParaRPr>
          </a:p>
          <a:p>
            <a:pPr marL="0" indent="0" rtl="0">
              <a:spcBef>
                <a:spcPts val="0"/>
              </a:spcBef>
              <a:spcAft>
                <a:spcPts val="0"/>
              </a:spcAft>
              <a:buNone/>
            </a:pPr>
            <a:r>
              <a:rPr lang="en-US" sz="2100" b="1" i="0" u="none" strike="noStrike" dirty="0" err="1">
                <a:solidFill>
                  <a:srgbClr val="000000"/>
                </a:solidFill>
                <a:effectLst/>
                <a:latin typeface="Arial" panose="020B0604020202020204" pitchFamily="34" charset="0"/>
              </a:rPr>
              <a:t>media_type</a:t>
            </a:r>
            <a:r>
              <a:rPr lang="en-US" sz="2100" b="0" i="0" u="none" strike="noStrike" dirty="0">
                <a:solidFill>
                  <a:srgbClr val="000000"/>
                </a:solidFill>
                <a:effectLst/>
                <a:latin typeface="Arial" panose="020B0604020202020204" pitchFamily="34" charset="0"/>
              </a:rPr>
              <a:t>:</a:t>
            </a:r>
            <a:endParaRPr lang="en-US" sz="2100" dirty="0"/>
          </a:p>
          <a:p>
            <a:pPr rtl="0">
              <a:spcBef>
                <a:spcPts val="0"/>
              </a:spcBef>
              <a:spcAft>
                <a:spcPts val="0"/>
              </a:spcAft>
            </a:pPr>
            <a:r>
              <a:rPr lang="en-US" sz="2100" b="0" i="0" u="none" strike="noStrike" dirty="0" err="1">
                <a:solidFill>
                  <a:srgbClr val="000000"/>
                </a:solidFill>
                <a:effectLst/>
                <a:latin typeface="Arial" panose="020B0604020202020204" pitchFamily="34" charset="0"/>
              </a:rPr>
              <a:t>media_type_id</a:t>
            </a:r>
            <a:r>
              <a:rPr lang="en-US" sz="2100" b="0" i="0" u="none" strike="noStrike" dirty="0">
                <a:solidFill>
                  <a:srgbClr val="000000"/>
                </a:solidFill>
                <a:effectLst/>
                <a:latin typeface="Arial" panose="020B0604020202020204" pitchFamily="34" charset="0"/>
              </a:rPr>
              <a:t>: Unique identifier assigned to each media type.</a:t>
            </a:r>
          </a:p>
          <a:p>
            <a:pPr rtl="0">
              <a:spcBef>
                <a:spcPts val="0"/>
              </a:spcBef>
              <a:spcAft>
                <a:spcPts val="0"/>
              </a:spcAft>
            </a:pPr>
            <a:r>
              <a:rPr lang="en-US" sz="2100" b="0" i="0" u="none" strike="noStrike" dirty="0">
                <a:solidFill>
                  <a:srgbClr val="000000"/>
                </a:solidFill>
                <a:effectLst/>
                <a:latin typeface="Arial" panose="020B0604020202020204" pitchFamily="34" charset="0"/>
              </a:rPr>
              <a:t>name: The name or description of the media type (e.g., MPEG audio file, AAC audio file).</a:t>
            </a:r>
          </a:p>
          <a:p>
            <a:pPr rtl="0" fontAlgn="base">
              <a:spcBef>
                <a:spcPts val="0"/>
              </a:spcBef>
              <a:spcAft>
                <a:spcPts val="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p:txBody>
      </p:sp>
      <p:sp>
        <p:nvSpPr>
          <p:cNvPr id="4" name="Content Placeholder 3">
            <a:extLst>
              <a:ext uri="{FF2B5EF4-FFF2-40B4-BE49-F238E27FC236}">
                <a16:creationId xmlns:a16="http://schemas.microsoft.com/office/drawing/2014/main" id="{0EDAD109-0891-485A-98C7-6BD07F489EA2}"/>
              </a:ext>
            </a:extLst>
          </p:cNvPr>
          <p:cNvSpPr>
            <a:spLocks noGrp="1"/>
          </p:cNvSpPr>
          <p:nvPr>
            <p:ph sz="half" idx="2"/>
          </p:nvPr>
        </p:nvSpPr>
        <p:spPr>
          <a:xfrm>
            <a:off x="6208712" y="2603500"/>
            <a:ext cx="4828334" cy="3823933"/>
          </a:xfrm>
        </p:spPr>
        <p:txBody>
          <a:bodyPr>
            <a:normAutofit fontScale="77500" lnSpcReduction="20000"/>
          </a:bodyPr>
          <a:lstStyle/>
          <a:p>
            <a:pPr marL="0" indent="0" rtl="0">
              <a:spcBef>
                <a:spcPts val="0"/>
              </a:spcBef>
              <a:spcAft>
                <a:spcPts val="0"/>
              </a:spcAft>
              <a:buNone/>
            </a:pPr>
            <a:r>
              <a:rPr lang="en-US" sz="1800" b="1" i="0" u="none" strike="noStrike" dirty="0">
                <a:solidFill>
                  <a:srgbClr val="000000"/>
                </a:solidFill>
                <a:effectLst/>
                <a:latin typeface="Arial" panose="020B0604020202020204" pitchFamily="34" charset="0"/>
              </a:rPr>
              <a:t>track</a:t>
            </a:r>
            <a:r>
              <a:rPr lang="en-US" sz="1800" b="0" i="0" u="none" strike="noStrike" dirty="0">
                <a:solidFill>
                  <a:srgbClr val="000000"/>
                </a:solidFill>
                <a:effectLst/>
                <a:latin typeface="Arial" panose="020B0604020202020204" pitchFamily="34" charset="0"/>
              </a:rPr>
              <a:t>:</a:t>
            </a:r>
            <a:endParaRPr lang="en-US" dirty="0"/>
          </a:p>
          <a:p>
            <a:pPr rtl="0">
              <a:spcBef>
                <a:spcPts val="0"/>
              </a:spcBef>
              <a:spcAft>
                <a:spcPts val="0"/>
              </a:spcAft>
            </a:pPr>
            <a:r>
              <a:rPr lang="en-US" sz="1800" b="0" i="0" u="none" strike="noStrike" dirty="0" err="1">
                <a:solidFill>
                  <a:srgbClr val="000000"/>
                </a:solidFill>
                <a:effectLst/>
                <a:latin typeface="Arial" panose="020B0604020202020204" pitchFamily="34" charset="0"/>
              </a:rPr>
              <a:t>track_id</a:t>
            </a:r>
            <a:r>
              <a:rPr lang="en-US" sz="1800" b="0" i="0" u="none" strike="noStrike" dirty="0">
                <a:solidFill>
                  <a:srgbClr val="000000"/>
                </a:solidFill>
                <a:effectLst/>
                <a:latin typeface="Arial" panose="020B0604020202020204" pitchFamily="34" charset="0"/>
              </a:rPr>
              <a:t>: Unique identifier assigned to each track or song.</a:t>
            </a:r>
          </a:p>
          <a:p>
            <a:pPr rtl="0">
              <a:spcBef>
                <a:spcPts val="0"/>
              </a:spcBef>
              <a:spcAft>
                <a:spcPts val="0"/>
              </a:spcAft>
            </a:pPr>
            <a:r>
              <a:rPr lang="en-US" sz="1800" b="0" i="0" u="none" strike="noStrike" dirty="0">
                <a:solidFill>
                  <a:srgbClr val="000000"/>
                </a:solidFill>
                <a:effectLst/>
                <a:latin typeface="Arial" panose="020B0604020202020204" pitchFamily="34" charset="0"/>
              </a:rPr>
              <a:t>name: The title or name of the track.</a:t>
            </a:r>
          </a:p>
          <a:p>
            <a:pPr rtl="0">
              <a:spcBef>
                <a:spcPts val="0"/>
              </a:spcBef>
              <a:spcAft>
                <a:spcPts val="0"/>
              </a:spcAft>
            </a:pPr>
            <a:r>
              <a:rPr lang="en-US" sz="1800" b="0" i="0" u="none" strike="noStrike" dirty="0" err="1">
                <a:solidFill>
                  <a:srgbClr val="000000"/>
                </a:solidFill>
                <a:effectLst/>
                <a:latin typeface="Arial" panose="020B0604020202020204" pitchFamily="34" charset="0"/>
              </a:rPr>
              <a:t>album_id</a:t>
            </a:r>
            <a:r>
              <a:rPr lang="en-US" sz="1800" b="0" i="0" u="none" strike="noStrike" dirty="0">
                <a:solidFill>
                  <a:srgbClr val="000000"/>
                </a:solidFill>
                <a:effectLst/>
                <a:latin typeface="Arial" panose="020B0604020202020204" pitchFamily="34" charset="0"/>
              </a:rPr>
              <a:t>: The ID of the album to which the track belongs.</a:t>
            </a:r>
          </a:p>
          <a:p>
            <a:pPr rtl="0">
              <a:spcBef>
                <a:spcPts val="0"/>
              </a:spcBef>
              <a:spcAft>
                <a:spcPts val="0"/>
              </a:spcAft>
            </a:pPr>
            <a:r>
              <a:rPr lang="en-US" sz="1800" b="0" i="0" u="none" strike="noStrike" dirty="0" err="1">
                <a:solidFill>
                  <a:srgbClr val="000000"/>
                </a:solidFill>
                <a:effectLst/>
                <a:latin typeface="Arial" panose="020B0604020202020204" pitchFamily="34" charset="0"/>
              </a:rPr>
              <a:t>media_type_id</a:t>
            </a:r>
            <a:r>
              <a:rPr lang="en-US" sz="1800" b="0" i="0" u="none" strike="noStrike" dirty="0">
                <a:solidFill>
                  <a:srgbClr val="000000"/>
                </a:solidFill>
                <a:effectLst/>
                <a:latin typeface="Arial" panose="020B0604020202020204" pitchFamily="34" charset="0"/>
              </a:rPr>
              <a:t>: The ID of the media type associated with the track.</a:t>
            </a:r>
          </a:p>
          <a:p>
            <a:pPr rtl="0">
              <a:spcBef>
                <a:spcPts val="0"/>
              </a:spcBef>
              <a:spcAft>
                <a:spcPts val="0"/>
              </a:spcAft>
            </a:pPr>
            <a:r>
              <a:rPr lang="en-US" sz="1800" b="0" i="0" u="none" strike="noStrike" dirty="0" err="1">
                <a:solidFill>
                  <a:srgbClr val="000000"/>
                </a:solidFill>
                <a:effectLst/>
                <a:latin typeface="Arial" panose="020B0604020202020204" pitchFamily="34" charset="0"/>
              </a:rPr>
              <a:t>genre_id</a:t>
            </a:r>
            <a:r>
              <a:rPr lang="en-US" sz="1800" b="0" i="0" u="none" strike="noStrike" dirty="0">
                <a:solidFill>
                  <a:srgbClr val="000000"/>
                </a:solidFill>
                <a:effectLst/>
                <a:latin typeface="Arial" panose="020B0604020202020204" pitchFamily="34" charset="0"/>
              </a:rPr>
              <a:t>: The ID of the genre associated with the track.</a:t>
            </a:r>
          </a:p>
          <a:p>
            <a:pPr rtl="0">
              <a:spcBef>
                <a:spcPts val="0"/>
              </a:spcBef>
              <a:spcAft>
                <a:spcPts val="0"/>
              </a:spcAft>
            </a:pPr>
            <a:r>
              <a:rPr lang="en-US" sz="1800" b="0" i="0" u="none" strike="noStrike" dirty="0">
                <a:solidFill>
                  <a:srgbClr val="000000"/>
                </a:solidFill>
                <a:effectLst/>
                <a:latin typeface="Arial" panose="020B0604020202020204" pitchFamily="34" charset="0"/>
              </a:rPr>
              <a:t>composer: The name of the composer or artist who composed the track.</a:t>
            </a:r>
          </a:p>
          <a:p>
            <a:pPr rtl="0">
              <a:spcBef>
                <a:spcPts val="0"/>
              </a:spcBef>
              <a:spcAft>
                <a:spcPts val="0"/>
              </a:spcAft>
            </a:pPr>
            <a:r>
              <a:rPr lang="en-US" sz="1800" b="0" i="0" u="none" strike="noStrike" dirty="0">
                <a:solidFill>
                  <a:srgbClr val="000000"/>
                </a:solidFill>
                <a:effectLst/>
                <a:latin typeface="Arial" panose="020B0604020202020204" pitchFamily="34" charset="0"/>
              </a:rPr>
              <a:t>milliseconds: The duration of the track in milliseconds.</a:t>
            </a:r>
          </a:p>
          <a:p>
            <a:pPr rtl="0">
              <a:spcBef>
                <a:spcPts val="0"/>
              </a:spcBef>
              <a:spcAft>
                <a:spcPts val="0"/>
              </a:spcAft>
            </a:pPr>
            <a:r>
              <a:rPr lang="en-US" sz="1800" b="0" i="0" u="none" strike="noStrike" dirty="0">
                <a:solidFill>
                  <a:srgbClr val="000000"/>
                </a:solidFill>
                <a:effectLst/>
                <a:latin typeface="Arial" panose="020B0604020202020204" pitchFamily="34" charset="0"/>
              </a:rPr>
              <a:t>bytes: The file size of the track in bytes.</a:t>
            </a:r>
          </a:p>
          <a:p>
            <a:pPr rtl="0">
              <a:spcBef>
                <a:spcPts val="0"/>
              </a:spcBef>
              <a:spcAft>
                <a:spcPts val="0"/>
              </a:spcAft>
            </a:pPr>
            <a:r>
              <a:rPr lang="en-US" sz="1800" b="0" i="0" u="none" strike="noStrike" dirty="0" err="1">
                <a:solidFill>
                  <a:srgbClr val="000000"/>
                </a:solidFill>
                <a:effectLst/>
                <a:latin typeface="Arial" panose="020B0604020202020204" pitchFamily="34" charset="0"/>
              </a:rPr>
              <a:t>unit_price</a:t>
            </a:r>
            <a:r>
              <a:rPr lang="en-US" sz="1800" b="0" i="0" u="none" strike="noStrike" dirty="0">
                <a:solidFill>
                  <a:srgbClr val="000000"/>
                </a:solidFill>
                <a:effectLst/>
                <a:latin typeface="Arial" panose="020B0604020202020204" pitchFamily="34" charset="0"/>
              </a:rPr>
              <a:t>: The price per unit for the track.</a:t>
            </a:r>
          </a:p>
          <a:p>
            <a:pPr rtl="0">
              <a:spcBef>
                <a:spcPts val="0"/>
              </a:spcBef>
              <a:spcAft>
                <a:spcPts val="0"/>
              </a:spcAft>
            </a:pPr>
            <a:endParaRPr lang="en-US" sz="1800" b="1" i="0" u="none" strike="noStrike" dirty="0">
              <a:solidFill>
                <a:srgbClr val="000000"/>
              </a:solidFill>
              <a:effectLst/>
              <a:latin typeface="Arial" panose="020B0604020202020204" pitchFamily="34" charset="0"/>
            </a:endParaRPr>
          </a:p>
          <a:p>
            <a:pPr marL="0" indent="0" rtl="0">
              <a:spcBef>
                <a:spcPts val="0"/>
              </a:spcBef>
              <a:spcAft>
                <a:spcPts val="0"/>
              </a:spcAft>
              <a:buNone/>
            </a:pPr>
            <a:r>
              <a:rPr lang="en-US" sz="1800" b="1" i="0" u="none" strike="noStrike" dirty="0">
                <a:solidFill>
                  <a:srgbClr val="000000"/>
                </a:solidFill>
                <a:effectLst/>
                <a:latin typeface="Arial" panose="020B0604020202020204" pitchFamily="34" charset="0"/>
              </a:rPr>
              <a:t>genre</a:t>
            </a:r>
            <a:r>
              <a:rPr lang="en-US" sz="1800" b="0" i="0" u="none" strike="noStrike" dirty="0">
                <a:solidFill>
                  <a:srgbClr val="000000"/>
                </a:solidFill>
                <a:effectLst/>
                <a:latin typeface="Arial" panose="020B0604020202020204" pitchFamily="34" charset="0"/>
              </a:rPr>
              <a:t>:</a:t>
            </a:r>
            <a:endParaRPr lang="en-US" dirty="0"/>
          </a:p>
          <a:p>
            <a:pPr rtl="0">
              <a:spcBef>
                <a:spcPts val="0"/>
              </a:spcBef>
              <a:spcAft>
                <a:spcPts val="0"/>
              </a:spcAft>
            </a:pPr>
            <a:r>
              <a:rPr lang="en-US" sz="1800" b="0" i="0" u="none" strike="noStrike" dirty="0" err="1">
                <a:solidFill>
                  <a:srgbClr val="000000"/>
                </a:solidFill>
                <a:effectLst/>
                <a:latin typeface="Arial" panose="020B0604020202020204" pitchFamily="34" charset="0"/>
              </a:rPr>
              <a:t>genre_id</a:t>
            </a:r>
            <a:r>
              <a:rPr lang="en-US" sz="1800" b="0" i="0" u="none" strike="noStrike" dirty="0">
                <a:solidFill>
                  <a:srgbClr val="000000"/>
                </a:solidFill>
                <a:effectLst/>
                <a:latin typeface="Arial" panose="020B0604020202020204" pitchFamily="34" charset="0"/>
              </a:rPr>
              <a:t>: Unique identifier assigned to each genre.</a:t>
            </a:r>
          </a:p>
          <a:p>
            <a:pPr rtl="0">
              <a:spcBef>
                <a:spcPts val="0"/>
              </a:spcBef>
              <a:spcAft>
                <a:spcPts val="0"/>
              </a:spcAft>
            </a:pPr>
            <a:r>
              <a:rPr lang="en-US" sz="1800" b="0" i="0" u="none" strike="noStrike" dirty="0">
                <a:solidFill>
                  <a:srgbClr val="000000"/>
                </a:solidFill>
                <a:effectLst/>
                <a:latin typeface="Arial" panose="020B0604020202020204" pitchFamily="34" charset="0"/>
              </a:rPr>
              <a:t>name: The name or description of the genre (e.g., rock, pop, classical).</a:t>
            </a:r>
          </a:p>
        </p:txBody>
      </p:sp>
    </p:spTree>
    <p:extLst>
      <p:ext uri="{BB962C8B-B14F-4D97-AF65-F5344CB8AC3E}">
        <p14:creationId xmlns:p14="http://schemas.microsoft.com/office/powerpoint/2010/main" val="2521859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201B4-329D-4106-BFA6-5192195F019D}"/>
              </a:ext>
            </a:extLst>
          </p:cNvPr>
          <p:cNvSpPr>
            <a:spLocks noGrp="1"/>
          </p:cNvSpPr>
          <p:nvPr>
            <p:ph type="title"/>
          </p:nvPr>
        </p:nvSpPr>
        <p:spPr/>
        <p:txBody>
          <a:bodyPr/>
          <a:lstStyle/>
          <a:p>
            <a:r>
              <a:rPr lang="en-GB" sz="3600" b="1" dirty="0"/>
              <a:t>DATA CLEANING AND PROCESSING</a:t>
            </a:r>
            <a:endParaRPr lang="en-IN" dirty="0"/>
          </a:p>
        </p:txBody>
      </p:sp>
      <p:pic>
        <p:nvPicPr>
          <p:cNvPr id="6" name="Content Placeholder 5">
            <a:extLst>
              <a:ext uri="{FF2B5EF4-FFF2-40B4-BE49-F238E27FC236}">
                <a16:creationId xmlns:a16="http://schemas.microsoft.com/office/drawing/2014/main" id="{5065C1C9-5CA6-4F80-BCFF-E725FD3AF113}"/>
              </a:ext>
            </a:extLst>
          </p:cNvPr>
          <p:cNvPicPr>
            <a:picLocks noGrp="1" noChangeAspect="1"/>
          </p:cNvPicPr>
          <p:nvPr>
            <p:ph sz="half" idx="1"/>
          </p:nvPr>
        </p:nvPicPr>
        <p:blipFill>
          <a:blip r:embed="rId2"/>
          <a:stretch>
            <a:fillRect/>
          </a:stretch>
        </p:blipFill>
        <p:spPr>
          <a:xfrm>
            <a:off x="1432696" y="2603500"/>
            <a:ext cx="3684495" cy="3416300"/>
          </a:xfrm>
          <a:prstGeom prst="rect">
            <a:avLst/>
          </a:prstGeom>
        </p:spPr>
      </p:pic>
      <p:sp>
        <p:nvSpPr>
          <p:cNvPr id="4" name="Content Placeholder 3">
            <a:extLst>
              <a:ext uri="{FF2B5EF4-FFF2-40B4-BE49-F238E27FC236}">
                <a16:creationId xmlns:a16="http://schemas.microsoft.com/office/drawing/2014/main" id="{C83D0F87-D156-427E-9FB0-7D969FE305D6}"/>
              </a:ext>
            </a:extLst>
          </p:cNvPr>
          <p:cNvSpPr>
            <a:spLocks noGrp="1"/>
          </p:cNvSpPr>
          <p:nvPr>
            <p:ph sz="half" idx="2"/>
          </p:nvPr>
        </p:nvSpPr>
        <p:spPr/>
        <p:txBody>
          <a:bodyPr>
            <a:normAutofit fontScale="85000" lnSpcReduction="20000"/>
          </a:bodyPr>
          <a:lstStyle/>
          <a:p>
            <a:r>
              <a:rPr lang="en-US" b="0" i="0" dirty="0">
                <a:solidFill>
                  <a:srgbClr val="000000"/>
                </a:solidFill>
                <a:effectLst/>
                <a:latin typeface="Inter"/>
              </a:rPr>
              <a:t>Null check implementation: Executed specific SQL queries on key tables (employee, customer, and track) to detect absent data in critical fields. </a:t>
            </a:r>
          </a:p>
          <a:p>
            <a:r>
              <a:rPr lang="en-US" b="0" i="0" dirty="0">
                <a:solidFill>
                  <a:srgbClr val="000000"/>
                </a:solidFill>
                <a:effectLst/>
                <a:latin typeface="Inter"/>
              </a:rPr>
              <a:t>Default value substitution: Utilized the COALESCE function to substitute null values with appropriate defaults such as "N/A" for company and "Unknown" for state, thereby enhancing data completeness in the customer table. </a:t>
            </a:r>
          </a:p>
          <a:p>
            <a:r>
              <a:rPr lang="en-US" b="0" i="0" dirty="0">
                <a:solidFill>
                  <a:srgbClr val="000000"/>
                </a:solidFill>
                <a:effectLst/>
                <a:latin typeface="Inter"/>
              </a:rPr>
              <a:t>Ensuring data integrity: Conducted a thorough review of all tables for duplicate entries in primary key columns to maintain the reliability and uniqueness of the data.</a:t>
            </a:r>
          </a:p>
          <a:p>
            <a:r>
              <a:rPr lang="en-US" b="0" i="0">
                <a:solidFill>
                  <a:srgbClr val="000000"/>
                </a:solidFill>
                <a:effectLst/>
                <a:latin typeface="Inter"/>
              </a:rPr>
              <a:t>Enhancing </a:t>
            </a:r>
            <a:r>
              <a:rPr lang="en-US" b="0" i="0" dirty="0">
                <a:solidFill>
                  <a:srgbClr val="000000"/>
                </a:solidFill>
                <a:effectLst/>
                <a:latin typeface="Inter"/>
              </a:rPr>
              <a:t>dataset quality: Tackled missing values while preserving the original records, thereby maintaining the dataset’s structure and enhancing its usability for subsequent analysis.</a:t>
            </a:r>
            <a:endParaRPr lang="en-IN" dirty="0"/>
          </a:p>
        </p:txBody>
      </p:sp>
    </p:spTree>
    <p:extLst>
      <p:ext uri="{BB962C8B-B14F-4D97-AF65-F5344CB8AC3E}">
        <p14:creationId xmlns:p14="http://schemas.microsoft.com/office/powerpoint/2010/main" val="3665884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9E0DA2-D17A-41B5-9242-C079141A7A5C}"/>
              </a:ext>
            </a:extLst>
          </p:cNvPr>
          <p:cNvSpPr>
            <a:spLocks noGrp="1"/>
          </p:cNvSpPr>
          <p:nvPr>
            <p:ph type="title"/>
          </p:nvPr>
        </p:nvSpPr>
        <p:spPr>
          <a:xfrm>
            <a:off x="1154954" y="923279"/>
            <a:ext cx="8761413" cy="639192"/>
          </a:xfrm>
        </p:spPr>
        <p:txBody>
          <a:bodyPr/>
          <a:lstStyle/>
          <a:p>
            <a:pPr algn="ctr"/>
            <a:r>
              <a:rPr lang="en-GB" sz="3600" b="1" dirty="0">
                <a:solidFill>
                  <a:schemeClr val="bg1"/>
                </a:solidFill>
              </a:rPr>
              <a:t>Yearly track sales analysis</a:t>
            </a:r>
            <a:br>
              <a:rPr lang="en-GB" sz="3600" b="1" dirty="0">
                <a:solidFill>
                  <a:schemeClr val="dk2"/>
                </a:solidFill>
              </a:rPr>
            </a:br>
            <a:endParaRPr lang="en-IN" dirty="0"/>
          </a:p>
        </p:txBody>
      </p:sp>
      <p:graphicFrame>
        <p:nvGraphicFramePr>
          <p:cNvPr id="8" name="Content Placeholder 7">
            <a:extLst>
              <a:ext uri="{FF2B5EF4-FFF2-40B4-BE49-F238E27FC236}">
                <a16:creationId xmlns:a16="http://schemas.microsoft.com/office/drawing/2014/main" id="{D97E141D-BB20-4869-8C4A-2B982BF9E17E}"/>
              </a:ext>
            </a:extLst>
          </p:cNvPr>
          <p:cNvGraphicFramePr>
            <a:graphicFrameLocks noGrp="1"/>
          </p:cNvGraphicFramePr>
          <p:nvPr>
            <p:ph sz="half" idx="1"/>
            <p:extLst>
              <p:ext uri="{D42A27DB-BD31-4B8C-83A1-F6EECF244321}">
                <p14:modId xmlns:p14="http://schemas.microsoft.com/office/powerpoint/2010/main" val="1386733381"/>
              </p:ext>
            </p:extLst>
          </p:nvPr>
        </p:nvGraphicFramePr>
        <p:xfrm>
          <a:off x="458866" y="2523601"/>
          <a:ext cx="4305670" cy="1497983"/>
        </p:xfrm>
        <a:graphic>
          <a:graphicData uri="http://schemas.openxmlformats.org/drawingml/2006/table">
            <a:tbl>
              <a:tblPr/>
              <a:tblGrid>
                <a:gridCol w="2154794">
                  <a:extLst>
                    <a:ext uri="{9D8B030D-6E8A-4147-A177-3AD203B41FA5}">
                      <a16:colId xmlns:a16="http://schemas.microsoft.com/office/drawing/2014/main" val="1840453249"/>
                    </a:ext>
                  </a:extLst>
                </a:gridCol>
                <a:gridCol w="2150876">
                  <a:extLst>
                    <a:ext uri="{9D8B030D-6E8A-4147-A177-3AD203B41FA5}">
                      <a16:colId xmlns:a16="http://schemas.microsoft.com/office/drawing/2014/main" val="950112538"/>
                    </a:ext>
                  </a:extLst>
                </a:gridCol>
              </a:tblGrid>
              <a:tr h="473047">
                <a:tc>
                  <a:txBody>
                    <a:bodyPr/>
                    <a:lstStyle/>
                    <a:p>
                      <a:pPr algn="ctr" rtl="0" fontAlgn="b"/>
                      <a:r>
                        <a:rPr lang="en-IN" sz="1100" b="1" dirty="0" err="1">
                          <a:effectLst/>
                          <a:latin typeface="Calibri" panose="020F0502020204030204" pitchFamily="34" charset="0"/>
                        </a:rPr>
                        <a:t>sales_year</a:t>
                      </a:r>
                      <a:endParaRPr lang="en-IN" sz="1100" b="1" dirty="0">
                        <a:effectLst/>
                        <a:latin typeface="Calibri" panose="020F0502020204030204" pitchFamily="34" charset="0"/>
                      </a:endParaRP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F0643A"/>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IN" sz="1100" b="1" dirty="0" err="1">
                          <a:effectLst/>
                          <a:latin typeface="Calibri" panose="020F0502020204030204" pitchFamily="34" charset="0"/>
                        </a:rPr>
                        <a:t>total_tracks_sold</a:t>
                      </a:r>
                      <a:endParaRPr lang="en-IN" sz="1100" b="1" dirty="0">
                        <a:effectLst/>
                        <a:latin typeface="Calibri" panose="020F0502020204030204" pitchFamily="34" charset="0"/>
                      </a:endParaRPr>
                    </a:p>
                  </a:txBody>
                  <a:tcPr marL="0" marR="0" marT="15240" marB="15240" anchor="b">
                    <a:lnL w="7620" cap="flat" cmpd="sng" algn="ctr">
                      <a:solidFill>
                        <a:srgbClr val="F0643A"/>
                      </a:solidFill>
                      <a:prstDash val="solid"/>
                      <a:round/>
                      <a:headEnd type="none" w="med" len="med"/>
                      <a:tailEnd type="none" w="med" len="med"/>
                    </a:lnL>
                    <a:lnR w="7620" cap="flat" cmpd="sng" algn="ctr">
                      <a:solidFill>
                        <a:srgbClr val="F0643A"/>
                      </a:solidFill>
                      <a:prstDash val="solid"/>
                      <a:round/>
                      <a:headEnd type="none" w="med" len="med"/>
                      <a:tailEnd type="none" w="med" len="med"/>
                    </a:lnR>
                    <a:lnT w="7620" cap="flat" cmpd="sng" algn="ctr">
                      <a:solidFill>
                        <a:srgbClr val="F0643A"/>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941707410"/>
                  </a:ext>
                </a:extLst>
              </a:tr>
              <a:tr h="256234">
                <a:tc>
                  <a:txBody>
                    <a:bodyPr/>
                    <a:lstStyle/>
                    <a:p>
                      <a:pPr algn="ctr" rtl="0" fontAlgn="b"/>
                      <a:r>
                        <a:rPr lang="en-IN" sz="1100" b="0" dirty="0">
                          <a:effectLst/>
                          <a:latin typeface="Calibri" panose="020F0502020204030204" pitchFamily="34" charset="0"/>
                        </a:rPr>
                        <a:t>2017</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IN" sz="1100" b="0" dirty="0">
                          <a:effectLst/>
                          <a:latin typeface="Calibri" panose="020F0502020204030204" pitchFamily="34" charset="0"/>
                        </a:rPr>
                        <a:t>1214</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196888342"/>
                  </a:ext>
                </a:extLst>
              </a:tr>
              <a:tr h="256234">
                <a:tc>
                  <a:txBody>
                    <a:bodyPr/>
                    <a:lstStyle/>
                    <a:p>
                      <a:pPr algn="ctr" rtl="0" fontAlgn="b"/>
                      <a:r>
                        <a:rPr lang="en-IN" sz="1100" b="0">
                          <a:effectLst/>
                          <a:latin typeface="Calibri" panose="020F0502020204030204" pitchFamily="34" charset="0"/>
                        </a:rPr>
                        <a:t>2018</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IN" sz="1100" b="0" dirty="0">
                          <a:effectLst/>
                          <a:latin typeface="Calibri" panose="020F0502020204030204" pitchFamily="34" charset="0"/>
                        </a:rPr>
                        <a:t>1159</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785289743"/>
                  </a:ext>
                </a:extLst>
              </a:tr>
              <a:tr h="256234">
                <a:tc>
                  <a:txBody>
                    <a:bodyPr/>
                    <a:lstStyle/>
                    <a:p>
                      <a:pPr algn="ctr" rtl="0" fontAlgn="b"/>
                      <a:r>
                        <a:rPr lang="en-IN" sz="1100" b="0">
                          <a:effectLst/>
                          <a:latin typeface="Calibri" panose="020F0502020204030204" pitchFamily="34" charset="0"/>
                        </a:rPr>
                        <a:t>2019</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IN" sz="1100" b="0" dirty="0">
                          <a:effectLst/>
                          <a:latin typeface="Calibri" panose="020F0502020204030204" pitchFamily="34" charset="0"/>
                        </a:rPr>
                        <a:t>1234</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743240036"/>
                  </a:ext>
                </a:extLst>
              </a:tr>
              <a:tr h="256234">
                <a:tc>
                  <a:txBody>
                    <a:bodyPr/>
                    <a:lstStyle/>
                    <a:p>
                      <a:pPr algn="ctr" rtl="0" fontAlgn="b"/>
                      <a:r>
                        <a:rPr lang="en-IN" sz="1100" b="0">
                          <a:effectLst/>
                          <a:latin typeface="Calibri" panose="020F0502020204030204" pitchFamily="34" charset="0"/>
                        </a:rPr>
                        <a:t>2020</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IN" sz="1100" b="0" dirty="0">
                          <a:effectLst/>
                          <a:latin typeface="Calibri" panose="020F0502020204030204" pitchFamily="34" charset="0"/>
                        </a:rPr>
                        <a:t>1150</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670862705"/>
                  </a:ext>
                </a:extLst>
              </a:tr>
            </a:tbl>
          </a:graphicData>
        </a:graphic>
      </p:graphicFrame>
      <p:sp>
        <p:nvSpPr>
          <p:cNvPr id="7" name="Content Placeholder 6">
            <a:extLst>
              <a:ext uri="{FF2B5EF4-FFF2-40B4-BE49-F238E27FC236}">
                <a16:creationId xmlns:a16="http://schemas.microsoft.com/office/drawing/2014/main" id="{54595299-A50A-48E8-8F45-D0A6AC99BEFF}"/>
              </a:ext>
            </a:extLst>
          </p:cNvPr>
          <p:cNvSpPr>
            <a:spLocks noGrp="1"/>
          </p:cNvSpPr>
          <p:nvPr>
            <p:ph sz="half" idx="2"/>
          </p:nvPr>
        </p:nvSpPr>
        <p:spPr>
          <a:xfrm>
            <a:off x="6208712" y="2603500"/>
            <a:ext cx="4825159" cy="4079240"/>
          </a:xfrm>
        </p:spPr>
        <p:txBody>
          <a:bodyPr>
            <a:normAutofit fontScale="85000" lnSpcReduction="20000"/>
          </a:bodyPr>
          <a:lstStyle/>
          <a:p>
            <a:r>
              <a:rPr lang="en-US" b="0" i="0" dirty="0">
                <a:solidFill>
                  <a:srgbClr val="000000"/>
                </a:solidFill>
                <a:effectLst/>
                <a:latin typeface="Inter"/>
              </a:rPr>
              <a:t>Consistent Demand Over the Years </a:t>
            </a:r>
          </a:p>
          <a:p>
            <a:r>
              <a:rPr lang="en-US" b="0" i="0" dirty="0">
                <a:solidFill>
                  <a:srgbClr val="000000"/>
                </a:solidFill>
                <a:effectLst/>
                <a:latin typeface="Inter"/>
              </a:rPr>
              <a:t>Sales of tracks exhibited a steady pattern from 2017 to 2020, varying between 1150 and 1234 units each year, which reflects a stable customer base and ongoing interest in music purchases. </a:t>
            </a:r>
          </a:p>
          <a:p>
            <a:r>
              <a:rPr lang="en-US" b="0" i="0" dirty="0">
                <a:solidFill>
                  <a:srgbClr val="000000"/>
                </a:solidFill>
                <a:effectLst/>
                <a:latin typeface="Inter"/>
              </a:rPr>
              <a:t>2019 Sales Surge </a:t>
            </a:r>
          </a:p>
          <a:p>
            <a:r>
              <a:rPr lang="en-US" b="0" i="0" dirty="0">
                <a:solidFill>
                  <a:srgbClr val="000000"/>
                </a:solidFill>
                <a:effectLst/>
                <a:latin typeface="Inter"/>
              </a:rPr>
              <a:t>The peak in track sales was recorded in 2019, reaching 1234 units, indicating a particularly successful year that may have been influenced by popular releases, effective marketing strategies, or heightened customer engagement. </a:t>
            </a:r>
          </a:p>
          <a:p>
            <a:r>
              <a:rPr lang="en-US" b="0" i="0" dirty="0">
                <a:solidFill>
                  <a:srgbClr val="000000"/>
                </a:solidFill>
                <a:effectLst/>
                <a:latin typeface="Inter"/>
              </a:rPr>
              <a:t>Decline in Sales in 2020 </a:t>
            </a:r>
          </a:p>
          <a:p>
            <a:r>
              <a:rPr lang="en-US" b="0" i="0" dirty="0">
                <a:solidFill>
                  <a:srgbClr val="000000"/>
                </a:solidFill>
                <a:effectLst/>
                <a:latin typeface="Inter"/>
              </a:rPr>
              <a:t>In 2020, sales fell to 1150 units, marking the lowest figure in four years. This decline may be attributed to external factors (such as global events), a transition towards streaming services, or diminished marketing initiatives during that time.</a:t>
            </a:r>
            <a:endParaRPr lang="en-IN" dirty="0"/>
          </a:p>
        </p:txBody>
      </p:sp>
      <p:pic>
        <p:nvPicPr>
          <p:cNvPr id="1026" name="Picture 2">
            <a:extLst>
              <a:ext uri="{FF2B5EF4-FFF2-40B4-BE49-F238E27FC236}">
                <a16:creationId xmlns:a16="http://schemas.microsoft.com/office/drawing/2014/main" id="{D333A3D9-0860-4F0F-9CC0-65B97DF9C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968" y="4039046"/>
            <a:ext cx="4548140" cy="2699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46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F2FE3-4DC4-4057-954A-8CA3A528820D}"/>
              </a:ext>
            </a:extLst>
          </p:cNvPr>
          <p:cNvSpPr>
            <a:spLocks noGrp="1"/>
          </p:cNvSpPr>
          <p:nvPr>
            <p:ph type="title"/>
          </p:nvPr>
        </p:nvSpPr>
        <p:spPr>
          <a:xfrm>
            <a:off x="1154955" y="960120"/>
            <a:ext cx="8621506" cy="914400"/>
          </a:xfrm>
        </p:spPr>
        <p:txBody>
          <a:bodyPr/>
          <a:lstStyle/>
          <a:p>
            <a:pPr algn="ctr"/>
            <a:r>
              <a:rPr lang="en-US" sz="3200" b="1" dirty="0">
                <a:solidFill>
                  <a:schemeClr val="bg1"/>
                </a:solidFill>
              </a:rPr>
              <a:t>Percentage of customers across countries</a:t>
            </a:r>
            <a:endParaRPr lang="en-IN" dirty="0">
              <a:solidFill>
                <a:schemeClr val="bg1"/>
              </a:solidFill>
            </a:endParaRPr>
          </a:p>
        </p:txBody>
      </p:sp>
      <p:sp>
        <p:nvSpPr>
          <p:cNvPr id="4" name="Content Placeholder 3">
            <a:extLst>
              <a:ext uri="{FF2B5EF4-FFF2-40B4-BE49-F238E27FC236}">
                <a16:creationId xmlns:a16="http://schemas.microsoft.com/office/drawing/2014/main" id="{C133508E-D9FA-4B86-9F66-91A8FDB2E44C}"/>
              </a:ext>
            </a:extLst>
          </p:cNvPr>
          <p:cNvSpPr>
            <a:spLocks noGrp="1"/>
          </p:cNvSpPr>
          <p:nvPr>
            <p:ph sz="half" idx="2"/>
          </p:nvPr>
        </p:nvSpPr>
        <p:spPr/>
        <p:txBody>
          <a:bodyPr>
            <a:normAutofit fontScale="85000" lnSpcReduction="10000"/>
          </a:bodyPr>
          <a:lstStyle/>
          <a:p>
            <a:pPr algn="l"/>
            <a:r>
              <a:rPr lang="en-US" b="0" i="0" dirty="0">
                <a:solidFill>
                  <a:srgbClr val="000000"/>
                </a:solidFill>
                <a:effectLst/>
                <a:latin typeface="Inter"/>
              </a:rPr>
              <a:t>The United States leads the customer base, accounting for more than 22% of all customers, with Canada following at 15%, and both France and Brazil at 7.5% each, highlighting a robust presence in North and South America. </a:t>
            </a:r>
          </a:p>
          <a:p>
            <a:pPr algn="l"/>
            <a:r>
              <a:rPr lang="en-US" b="0" i="0" dirty="0">
                <a:solidFill>
                  <a:srgbClr val="000000"/>
                </a:solidFill>
                <a:effectLst/>
                <a:latin typeface="Inter"/>
              </a:rPr>
              <a:t>Europe exhibits significant diversification, with numerous countries such as Germany, the UK, and Portugal contributing between 1.8% and 5.6%, reflecting a wide yet shallow European market. </a:t>
            </a:r>
          </a:p>
          <a:p>
            <a:pPr algn="l"/>
            <a:r>
              <a:rPr lang="en-US" b="0" i="0" dirty="0">
                <a:solidFill>
                  <a:srgbClr val="000000"/>
                </a:solidFill>
                <a:effectLst/>
                <a:latin typeface="Inter"/>
              </a:rPr>
              <a:t>The presence of many countries with low individual percentages points to opportunities for global expansion, but it also suggests that marketing strategies may need to be more localized to effectively engage dispersed audiences.</a:t>
            </a:r>
          </a:p>
          <a:p>
            <a:endParaRPr lang="en-IN" dirty="0"/>
          </a:p>
        </p:txBody>
      </p:sp>
      <p:pic>
        <p:nvPicPr>
          <p:cNvPr id="2050" name="Picture 2">
            <a:extLst>
              <a:ext uri="{FF2B5EF4-FFF2-40B4-BE49-F238E27FC236}">
                <a16:creationId xmlns:a16="http://schemas.microsoft.com/office/drawing/2014/main" id="{30D005EE-2638-4FFF-8BD4-E2D648D2B27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21360" y="2603500"/>
            <a:ext cx="5292320" cy="3294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627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A548E-7829-44E2-862A-7C14FAA54CC5}"/>
              </a:ext>
            </a:extLst>
          </p:cNvPr>
          <p:cNvSpPr>
            <a:spLocks noGrp="1"/>
          </p:cNvSpPr>
          <p:nvPr>
            <p:ph type="title"/>
          </p:nvPr>
        </p:nvSpPr>
        <p:spPr/>
        <p:txBody>
          <a:bodyPr/>
          <a:lstStyle/>
          <a:p>
            <a:pPr algn="ctr"/>
            <a:r>
              <a:rPr lang="en-US" sz="2800" b="1" dirty="0">
                <a:solidFill>
                  <a:schemeClr val="bg1"/>
                </a:solidFill>
              </a:rPr>
              <a:t>Percentage of total revenue across countries</a:t>
            </a:r>
            <a:endParaRPr lang="en-IN" sz="2800" dirty="0">
              <a:solidFill>
                <a:schemeClr val="bg1"/>
              </a:solidFill>
            </a:endParaRPr>
          </a:p>
        </p:txBody>
      </p:sp>
      <p:sp>
        <p:nvSpPr>
          <p:cNvPr id="4" name="Content Placeholder 3">
            <a:extLst>
              <a:ext uri="{FF2B5EF4-FFF2-40B4-BE49-F238E27FC236}">
                <a16:creationId xmlns:a16="http://schemas.microsoft.com/office/drawing/2014/main" id="{8852278B-AA28-4CE3-8FDB-F0C4A308B18B}"/>
              </a:ext>
            </a:extLst>
          </p:cNvPr>
          <p:cNvSpPr>
            <a:spLocks noGrp="1"/>
          </p:cNvSpPr>
          <p:nvPr>
            <p:ph sz="half" idx="2"/>
          </p:nvPr>
        </p:nvSpPr>
        <p:spPr/>
        <p:txBody>
          <a:bodyPr>
            <a:normAutofit fontScale="85000" lnSpcReduction="10000"/>
          </a:bodyPr>
          <a:lstStyle/>
          <a:p>
            <a:r>
              <a:rPr lang="en-US" b="0" i="0" dirty="0">
                <a:solidFill>
                  <a:srgbClr val="000000"/>
                </a:solidFill>
                <a:effectLst/>
                <a:latin typeface="Inter"/>
              </a:rPr>
              <a:t>The United States dominates in revenue generation, accounting for more than 22% of total sales, with Canada and Brazil following at 11% and 9%, respectively, demonstrating robust markets in both North and South America.</a:t>
            </a:r>
          </a:p>
          <a:p>
            <a:r>
              <a:rPr lang="en-US" b="0" i="0" dirty="0">
                <a:solidFill>
                  <a:srgbClr val="000000"/>
                </a:solidFill>
                <a:effectLst/>
                <a:latin typeface="Inter"/>
              </a:rPr>
              <a:t> European nations such as France, Germany, and the Czech Republic together represent a considerable portion of sales, underscoring a varied yet important customer base within Europe. </a:t>
            </a:r>
          </a:p>
          <a:p>
            <a:r>
              <a:rPr lang="en-US" b="0" i="0" dirty="0">
                <a:solidFill>
                  <a:srgbClr val="000000"/>
                </a:solidFill>
                <a:effectLst/>
                <a:latin typeface="Inter"/>
              </a:rPr>
              <a:t>The revenue contribution diminishes progressively after the top 10 countries, suggesting a long tail of nations that produce lower individual revenues but present opportunities for focused growth.</a:t>
            </a:r>
            <a:endParaRPr lang="en-IN" dirty="0"/>
          </a:p>
        </p:txBody>
      </p:sp>
      <p:pic>
        <p:nvPicPr>
          <p:cNvPr id="3074" name="Picture 2">
            <a:extLst>
              <a:ext uri="{FF2B5EF4-FFF2-40B4-BE49-F238E27FC236}">
                <a16:creationId xmlns:a16="http://schemas.microsoft.com/office/drawing/2014/main" id="{751201DE-AF2C-4CAA-BCD6-CD9E288A262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68960" y="2603500"/>
            <a:ext cx="5401780" cy="334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2369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54D08-2D84-424A-B5A9-B3E0280C34D0}"/>
              </a:ext>
            </a:extLst>
          </p:cNvPr>
          <p:cNvSpPr>
            <a:spLocks noGrp="1"/>
          </p:cNvSpPr>
          <p:nvPr>
            <p:ph type="title"/>
          </p:nvPr>
        </p:nvSpPr>
        <p:spPr/>
        <p:txBody>
          <a:bodyPr/>
          <a:lstStyle/>
          <a:p>
            <a:pPr algn="ctr"/>
            <a:r>
              <a:rPr lang="en-GB" sz="2800" b="1" dirty="0">
                <a:solidFill>
                  <a:schemeClr val="bg1"/>
                </a:solidFill>
              </a:rPr>
              <a:t>TOTAL SALES BY GENRE</a:t>
            </a:r>
            <a:endParaRPr lang="en-IN" sz="2800" dirty="0"/>
          </a:p>
        </p:txBody>
      </p:sp>
      <p:sp>
        <p:nvSpPr>
          <p:cNvPr id="4" name="Content Placeholder 3">
            <a:extLst>
              <a:ext uri="{FF2B5EF4-FFF2-40B4-BE49-F238E27FC236}">
                <a16:creationId xmlns:a16="http://schemas.microsoft.com/office/drawing/2014/main" id="{9CD05A1A-DFA1-4D07-958D-84B765CECFA2}"/>
              </a:ext>
            </a:extLst>
          </p:cNvPr>
          <p:cNvSpPr>
            <a:spLocks noGrp="1"/>
          </p:cNvSpPr>
          <p:nvPr>
            <p:ph sz="half" idx="2"/>
          </p:nvPr>
        </p:nvSpPr>
        <p:spPr/>
        <p:txBody>
          <a:bodyPr/>
          <a:lstStyle/>
          <a:p>
            <a:r>
              <a:rPr lang="en-US" b="0" i="0" dirty="0">
                <a:solidFill>
                  <a:srgbClr val="000000"/>
                </a:solidFill>
                <a:effectLst/>
                <a:latin typeface="Inter"/>
              </a:rPr>
              <a:t>Rock leads in sales, generating the highest revenue of $555.39—significantly surpassing all other music genres. </a:t>
            </a:r>
          </a:p>
          <a:p>
            <a:r>
              <a:rPr lang="en-US" b="0" i="0" dirty="0">
                <a:solidFill>
                  <a:srgbClr val="000000"/>
                </a:solidFill>
                <a:effectLst/>
                <a:latin typeface="Inter"/>
              </a:rPr>
              <a:t>Alternative &amp; Punk and Metal come next, yet their total sales remain below half of Rock's figure. </a:t>
            </a:r>
          </a:p>
          <a:p>
            <a:r>
              <a:rPr lang="en-US" b="0" i="0" dirty="0">
                <a:solidFill>
                  <a:srgbClr val="000000"/>
                </a:solidFill>
                <a:effectLst/>
                <a:latin typeface="Inter"/>
              </a:rPr>
              <a:t>Genres such as TV Shows, Soundtrack, and Heavy Metal show minimal sales, suggesting either a lack of customer interest or restricted inventory in these areas.</a:t>
            </a:r>
            <a:endParaRPr lang="en-IN" dirty="0"/>
          </a:p>
          <a:p>
            <a:endParaRPr lang="en-IN" dirty="0"/>
          </a:p>
        </p:txBody>
      </p:sp>
      <p:pic>
        <p:nvPicPr>
          <p:cNvPr id="5" name="Picture 2">
            <a:extLst>
              <a:ext uri="{FF2B5EF4-FFF2-40B4-BE49-F238E27FC236}">
                <a16:creationId xmlns:a16="http://schemas.microsoft.com/office/drawing/2014/main" id="{A51BC45F-1EA2-4721-A27C-E93E7F47846D}"/>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94067" y="2662775"/>
            <a:ext cx="5301933" cy="3278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213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66887-DF3B-4165-8AFA-592CD607707C}"/>
              </a:ext>
            </a:extLst>
          </p:cNvPr>
          <p:cNvSpPr>
            <a:spLocks noGrp="1"/>
          </p:cNvSpPr>
          <p:nvPr>
            <p:ph type="title"/>
          </p:nvPr>
        </p:nvSpPr>
        <p:spPr/>
        <p:txBody>
          <a:bodyPr/>
          <a:lstStyle/>
          <a:p>
            <a:pPr algn="ctr"/>
            <a:r>
              <a:rPr lang="en-GB" sz="2800" b="1" dirty="0">
                <a:solidFill>
                  <a:schemeClr val="bg1"/>
                </a:solidFill>
              </a:rPr>
              <a:t>GENRE SALE PERCENTAGE</a:t>
            </a:r>
            <a:endParaRPr lang="en-IN" sz="2800" dirty="0">
              <a:solidFill>
                <a:schemeClr val="bg1"/>
              </a:solidFill>
            </a:endParaRPr>
          </a:p>
        </p:txBody>
      </p:sp>
      <p:sp>
        <p:nvSpPr>
          <p:cNvPr id="4" name="Content Placeholder 3">
            <a:extLst>
              <a:ext uri="{FF2B5EF4-FFF2-40B4-BE49-F238E27FC236}">
                <a16:creationId xmlns:a16="http://schemas.microsoft.com/office/drawing/2014/main" id="{3F13FEA0-82FC-4D9A-8DE9-9858F1A9A473}"/>
              </a:ext>
            </a:extLst>
          </p:cNvPr>
          <p:cNvSpPr>
            <a:spLocks noGrp="1"/>
          </p:cNvSpPr>
          <p:nvPr>
            <p:ph sz="half" idx="2"/>
          </p:nvPr>
        </p:nvSpPr>
        <p:spPr/>
        <p:txBody>
          <a:bodyPr>
            <a:normAutofit fontScale="92500" lnSpcReduction="10000"/>
          </a:bodyPr>
          <a:lstStyle/>
          <a:p>
            <a:r>
              <a:rPr lang="en-US" b="0" i="0" dirty="0">
                <a:solidFill>
                  <a:srgbClr val="000000"/>
                </a:solidFill>
                <a:effectLst/>
                <a:latin typeface="Inter"/>
              </a:rPr>
              <a:t>Rock leads the U.S. music market, accounting for more than 53% of overall music sales, a figure that far surpasses any other genre—demonstrating a robust consumer preference.</a:t>
            </a:r>
          </a:p>
          <a:p>
            <a:r>
              <a:rPr lang="en-US" b="0" i="0" dirty="0">
                <a:solidFill>
                  <a:srgbClr val="000000"/>
                </a:solidFill>
                <a:effectLst/>
                <a:latin typeface="Inter"/>
              </a:rPr>
              <a:t> Alternative &amp; Punk and Metal genres trail significantly, representing approximately 12% and 11.8% respectively, indicating that heavier and alternative music styles possess a strong yet niche following.</a:t>
            </a:r>
          </a:p>
          <a:p>
            <a:r>
              <a:rPr lang="en-US" b="0" i="0" dirty="0">
                <a:solidFill>
                  <a:srgbClr val="000000"/>
                </a:solidFill>
                <a:effectLst/>
                <a:latin typeface="Inter"/>
              </a:rPr>
              <a:t>Genres such as Classical, Heavy Metal, and Soundtrack each contribute less than 1%, implying either a lack of demand or a restricted catalog in those categories.</a:t>
            </a:r>
            <a:endParaRPr lang="en-IN" dirty="0"/>
          </a:p>
        </p:txBody>
      </p:sp>
      <p:pic>
        <p:nvPicPr>
          <p:cNvPr id="5122" name="Picture 2">
            <a:extLst>
              <a:ext uri="{FF2B5EF4-FFF2-40B4-BE49-F238E27FC236}">
                <a16:creationId xmlns:a16="http://schemas.microsoft.com/office/drawing/2014/main" id="{95D098A0-B34B-4E1A-8038-365C1B1FAA1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155700" y="2820102"/>
            <a:ext cx="4824413" cy="2983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349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B395-0738-43B7-895C-E7F49D9569CD}"/>
              </a:ext>
            </a:extLst>
          </p:cNvPr>
          <p:cNvSpPr>
            <a:spLocks noGrp="1"/>
          </p:cNvSpPr>
          <p:nvPr>
            <p:ph type="title"/>
          </p:nvPr>
        </p:nvSpPr>
        <p:spPr/>
        <p:txBody>
          <a:bodyPr/>
          <a:lstStyle/>
          <a:p>
            <a:pPr algn="ctr"/>
            <a:r>
              <a:rPr lang="en-US" sz="2000" b="1" dirty="0">
                <a:solidFill>
                  <a:schemeClr val="bg1"/>
                </a:solidFill>
              </a:rPr>
              <a:t>TOP SELLING GENRES PERCENTAGE IN USA AND OTHER COUNTRIES</a:t>
            </a:r>
            <a:endParaRPr lang="en-IN" sz="2000" dirty="0">
              <a:solidFill>
                <a:schemeClr val="bg1"/>
              </a:solidFill>
            </a:endParaRPr>
          </a:p>
        </p:txBody>
      </p:sp>
      <p:sp>
        <p:nvSpPr>
          <p:cNvPr id="4" name="Content Placeholder 3">
            <a:extLst>
              <a:ext uri="{FF2B5EF4-FFF2-40B4-BE49-F238E27FC236}">
                <a16:creationId xmlns:a16="http://schemas.microsoft.com/office/drawing/2014/main" id="{8905C31B-86EA-457E-8B80-66B3FC014913}"/>
              </a:ext>
            </a:extLst>
          </p:cNvPr>
          <p:cNvSpPr>
            <a:spLocks noGrp="1"/>
          </p:cNvSpPr>
          <p:nvPr>
            <p:ph sz="half" idx="2"/>
          </p:nvPr>
        </p:nvSpPr>
        <p:spPr/>
        <p:txBody>
          <a:bodyPr>
            <a:normAutofit fontScale="77500" lnSpcReduction="20000"/>
          </a:bodyPr>
          <a:lstStyle/>
          <a:p>
            <a:r>
              <a:rPr lang="en-US" b="0" i="0" dirty="0">
                <a:solidFill>
                  <a:srgbClr val="000000"/>
                </a:solidFill>
                <a:effectLst/>
                <a:latin typeface="Inter"/>
              </a:rPr>
              <a:t>Significant Presence of Non-USA Sales: Genres such as "Classical" (91.49%), "Electronica/Dance" (90.91%), and "Jazz" (88.43%) exhibit a considerably higher proportion of sales outside the USA. This indicates that these genres likely possess a more global fanbase and enjoy particular popularity in countries beyond the USA. </a:t>
            </a:r>
          </a:p>
          <a:p>
            <a:r>
              <a:rPr lang="en-US" b="0" i="0" dirty="0">
                <a:solidFill>
                  <a:srgbClr val="000000"/>
                </a:solidFill>
                <a:effectLst/>
                <a:latin typeface="Inter"/>
              </a:rPr>
              <a:t>Genres with Equitable Sales: Certain genres, including "Soundtrack" (50%) and "TV Shows" (50%), demonstrate an equal distribution between USA and non-USA sales. This suggests that these genres may resonate equally with both domestic and international audiences. </a:t>
            </a:r>
          </a:p>
          <a:p>
            <a:r>
              <a:rPr lang="en-US" b="0" i="0" dirty="0">
                <a:solidFill>
                  <a:srgbClr val="000000"/>
                </a:solidFill>
                <a:effectLst/>
                <a:latin typeface="Inter"/>
              </a:rPr>
              <a:t>USA-Centric Genres: Conversely, genres like "Hip Hop/Rap" (60.61%) and "Heavy Metal" (37.5%) show a notable share of sales originating from the USA, underscoring that these genres are especially favored among American listeners in comparison to other regions.</a:t>
            </a:r>
            <a:endParaRPr lang="en-IN" dirty="0"/>
          </a:p>
        </p:txBody>
      </p:sp>
      <p:pic>
        <p:nvPicPr>
          <p:cNvPr id="7170" name="Picture 2">
            <a:extLst>
              <a:ext uri="{FF2B5EF4-FFF2-40B4-BE49-F238E27FC236}">
                <a16:creationId xmlns:a16="http://schemas.microsoft.com/office/drawing/2014/main" id="{72BAAC81-2B9A-4364-872F-F58774ED052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5660" y="2603500"/>
            <a:ext cx="5147629"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979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56C8D-D033-4BAC-97B3-3CF66E555D82}"/>
              </a:ext>
            </a:extLst>
          </p:cNvPr>
          <p:cNvSpPr>
            <a:spLocks noGrp="1"/>
          </p:cNvSpPr>
          <p:nvPr>
            <p:ph type="title"/>
          </p:nvPr>
        </p:nvSpPr>
        <p:spPr/>
        <p:txBody>
          <a:bodyPr/>
          <a:lstStyle/>
          <a:p>
            <a:pPr algn="ctr"/>
            <a:r>
              <a:rPr lang="en-US" sz="2400" b="1" dirty="0">
                <a:solidFill>
                  <a:schemeClr val="bg1"/>
                </a:solidFill>
              </a:rPr>
              <a:t>PERCENTAGE OF CUSTOMER ACROSS COUNTRIES</a:t>
            </a:r>
            <a:endParaRPr lang="en-IN" sz="2400" dirty="0">
              <a:solidFill>
                <a:schemeClr val="bg1"/>
              </a:solidFill>
            </a:endParaRPr>
          </a:p>
        </p:txBody>
      </p:sp>
      <p:sp>
        <p:nvSpPr>
          <p:cNvPr id="4" name="Content Placeholder 3">
            <a:extLst>
              <a:ext uri="{FF2B5EF4-FFF2-40B4-BE49-F238E27FC236}">
                <a16:creationId xmlns:a16="http://schemas.microsoft.com/office/drawing/2014/main" id="{A9869F73-D1B0-452F-833F-21C2912D8057}"/>
              </a:ext>
            </a:extLst>
          </p:cNvPr>
          <p:cNvSpPr>
            <a:spLocks noGrp="1"/>
          </p:cNvSpPr>
          <p:nvPr>
            <p:ph sz="half" idx="2"/>
          </p:nvPr>
        </p:nvSpPr>
        <p:spPr>
          <a:xfrm>
            <a:off x="6208712" y="2603500"/>
            <a:ext cx="4825159" cy="3280832"/>
          </a:xfrm>
        </p:spPr>
        <p:txBody>
          <a:bodyPr>
            <a:normAutofit fontScale="70000" lnSpcReduction="20000"/>
          </a:bodyPr>
          <a:lstStyle/>
          <a:p>
            <a:r>
              <a:rPr lang="en-US" b="0" i="0" dirty="0">
                <a:solidFill>
                  <a:srgbClr val="000000"/>
                </a:solidFill>
                <a:effectLst/>
                <a:latin typeface="Inter"/>
              </a:rPr>
              <a:t>Key Markets: The United States, Canada, France, Brazil, and Germany together constitute 58.91% of the overall customer base. These areas are crucial markets, and concentrating marketing and sales initiatives in these regions could result in substantial returns. </a:t>
            </a:r>
          </a:p>
          <a:p>
            <a:r>
              <a:rPr lang="en-US" b="0" i="0" dirty="0">
                <a:solidFill>
                  <a:srgbClr val="000000"/>
                </a:solidFill>
                <a:effectLst/>
                <a:latin typeface="Inter"/>
              </a:rPr>
              <a:t>Emerging Markets: Nations such as India, Portugal, and the Czech Republic, although smaller in terms of customer share (approximately 3.39% each), may exhibit growth potential. It could be beneficial to explore local strategies aimed at increasing market share in these developing markets. </a:t>
            </a:r>
          </a:p>
          <a:p>
            <a:r>
              <a:rPr lang="en-US" b="0" i="0" dirty="0">
                <a:solidFill>
                  <a:srgbClr val="000000"/>
                </a:solidFill>
                <a:effectLst/>
                <a:latin typeface="Inter"/>
              </a:rPr>
              <a:t>Niche or Low-Share Markets: Numerous countries (including Sweden, Spain, Poland, among others) each account for 1.69% of the customer base. While these markets have lower individual customer shares, they collectively represent a varied customer segment that may provide valuable insights for regional diversification or customized offerings.</a:t>
            </a:r>
            <a:endParaRPr lang="en-IN" dirty="0"/>
          </a:p>
        </p:txBody>
      </p:sp>
      <p:pic>
        <p:nvPicPr>
          <p:cNvPr id="8196" name="Picture 4">
            <a:extLst>
              <a:ext uri="{FF2B5EF4-FFF2-40B4-BE49-F238E27FC236}">
                <a16:creationId xmlns:a16="http://schemas.microsoft.com/office/drawing/2014/main" id="{5EFAC5CA-910B-4AAE-945B-0BF035A64EC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05400" y="2603500"/>
            <a:ext cx="5174713" cy="3199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469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63F9D-C9EC-45C4-8856-4E0E75C4AF86}"/>
              </a:ext>
            </a:extLst>
          </p:cNvPr>
          <p:cNvSpPr>
            <a:spLocks noGrp="1"/>
          </p:cNvSpPr>
          <p:nvPr>
            <p:ph type="title"/>
          </p:nvPr>
        </p:nvSpPr>
        <p:spPr/>
        <p:txBody>
          <a:bodyPr/>
          <a:lstStyle/>
          <a:p>
            <a:pPr algn="ctr"/>
            <a:r>
              <a:rPr lang="en-US" sz="2400" b="1" dirty="0">
                <a:solidFill>
                  <a:schemeClr val="bg1"/>
                </a:solidFill>
              </a:rPr>
              <a:t>TOTAL SPENDING AND AVERAGE SPENDING VS COUNTRY</a:t>
            </a:r>
            <a:endParaRPr lang="en-IN" sz="2400" dirty="0">
              <a:solidFill>
                <a:schemeClr val="bg1"/>
              </a:solidFill>
            </a:endParaRPr>
          </a:p>
        </p:txBody>
      </p:sp>
      <p:sp>
        <p:nvSpPr>
          <p:cNvPr id="4" name="Content Placeholder 3">
            <a:extLst>
              <a:ext uri="{FF2B5EF4-FFF2-40B4-BE49-F238E27FC236}">
                <a16:creationId xmlns:a16="http://schemas.microsoft.com/office/drawing/2014/main" id="{95DADF00-4C2E-41D4-A9C4-FA39FCC98EED}"/>
              </a:ext>
            </a:extLst>
          </p:cNvPr>
          <p:cNvSpPr>
            <a:spLocks noGrp="1"/>
          </p:cNvSpPr>
          <p:nvPr>
            <p:ph sz="half" idx="2"/>
          </p:nvPr>
        </p:nvSpPr>
        <p:spPr>
          <a:xfrm>
            <a:off x="6208712" y="2603500"/>
            <a:ext cx="4825159" cy="3614420"/>
          </a:xfrm>
        </p:spPr>
        <p:txBody>
          <a:bodyPr>
            <a:noAutofit/>
          </a:bodyPr>
          <a:lstStyle/>
          <a:p>
            <a:r>
              <a:rPr lang="en-US" sz="1200" b="0" i="0" dirty="0">
                <a:solidFill>
                  <a:srgbClr val="000000"/>
                </a:solidFill>
                <a:effectLst/>
                <a:latin typeface="Inter"/>
              </a:rPr>
              <a:t>High-Value Markets: The United States, the United Kingdom, Germany, and France are distinguished by their substantial total expenditures, with the United States leading significantly at $1040.49. These markets not only boast large customer populations but also demonstrate high total spending, reflecting robust purchasing power and opportunities for future expansion. </a:t>
            </a:r>
          </a:p>
          <a:p>
            <a:r>
              <a:rPr lang="en-US" sz="1200" b="0" i="0" dirty="0">
                <a:solidFill>
                  <a:srgbClr val="000000"/>
                </a:solidFill>
                <a:effectLst/>
                <a:latin typeface="Inter"/>
              </a:rPr>
              <a:t>Efficient Spend in Smaller Markets: Nations such as the Czech Republic, Ireland, and Portugal exhibit elevated average spending per customer (for instance, the Czech Republic at $136.62 and Ireland at $114.84), even though they have a smaller customer base. This indicates that, despite their size, customers in these markets are inclined to spend more on average, rendering them potentially profitable for focused marketing efforts. </a:t>
            </a:r>
          </a:p>
          <a:p>
            <a:r>
              <a:rPr lang="en-US" sz="1200" b="0" i="0" dirty="0">
                <a:solidFill>
                  <a:srgbClr val="000000"/>
                </a:solidFill>
                <a:effectLst/>
                <a:latin typeface="Inter"/>
              </a:rPr>
              <a:t>Lower Spending in Some Countries: Countries like Denmark, Austria, and Argentina display lower total expenditures and average spending per customer. These markets may necessitate customized strategies to enhance customer engagement and increase spending, potentially through promotional activities or by broadening product ranges.</a:t>
            </a:r>
            <a:endParaRPr lang="en-IN" sz="1200" dirty="0"/>
          </a:p>
        </p:txBody>
      </p:sp>
      <p:pic>
        <p:nvPicPr>
          <p:cNvPr id="9218" name="Picture 2">
            <a:extLst>
              <a:ext uri="{FF2B5EF4-FFF2-40B4-BE49-F238E27FC236}">
                <a16:creationId xmlns:a16="http://schemas.microsoft.com/office/drawing/2014/main" id="{3170A86A-37F7-4C60-8B29-93A1517A1CE9}"/>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05400" y="2603500"/>
            <a:ext cx="5305929" cy="3614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264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63140-BDA7-4171-B3B0-7F0B72799A55}"/>
              </a:ext>
            </a:extLst>
          </p:cNvPr>
          <p:cNvSpPr>
            <a:spLocks noGrp="1"/>
          </p:cNvSpPr>
          <p:nvPr>
            <p:ph type="title"/>
          </p:nvPr>
        </p:nvSpPr>
        <p:spPr/>
        <p:txBody>
          <a:bodyPr/>
          <a:lstStyle/>
          <a:p>
            <a:pPr algn="ctr"/>
            <a:r>
              <a:rPr lang="en-US" sz="2400" b="1" dirty="0">
                <a:solidFill>
                  <a:schemeClr val="bg1"/>
                </a:solidFill>
              </a:rPr>
              <a:t>AVERAGE PURCHASE FREQUENCY VS COUNTRY</a:t>
            </a:r>
            <a:endParaRPr lang="en-IN" sz="2400" dirty="0">
              <a:solidFill>
                <a:schemeClr val="bg1"/>
              </a:solidFill>
            </a:endParaRPr>
          </a:p>
        </p:txBody>
      </p:sp>
      <p:sp>
        <p:nvSpPr>
          <p:cNvPr id="4" name="Content Placeholder 3">
            <a:extLst>
              <a:ext uri="{FF2B5EF4-FFF2-40B4-BE49-F238E27FC236}">
                <a16:creationId xmlns:a16="http://schemas.microsoft.com/office/drawing/2014/main" id="{1A18BA7B-401C-45E7-AD2E-990B3AEF79BB}"/>
              </a:ext>
            </a:extLst>
          </p:cNvPr>
          <p:cNvSpPr>
            <a:spLocks noGrp="1"/>
          </p:cNvSpPr>
          <p:nvPr>
            <p:ph sz="half" idx="2"/>
          </p:nvPr>
        </p:nvSpPr>
        <p:spPr>
          <a:xfrm>
            <a:off x="6208712" y="2603500"/>
            <a:ext cx="4825159" cy="3705860"/>
          </a:xfrm>
        </p:spPr>
        <p:txBody>
          <a:bodyPr>
            <a:noAutofit/>
          </a:bodyPr>
          <a:lstStyle/>
          <a:p>
            <a:r>
              <a:rPr lang="en-US" sz="1200" b="0" i="0" dirty="0">
                <a:solidFill>
                  <a:srgbClr val="000000"/>
                </a:solidFill>
                <a:effectLst/>
                <a:latin typeface="Inter"/>
              </a:rPr>
              <a:t>High-Value Markets: The United States, the United Kingdom, Germany, and France are distinguished by their substantial total expenditures, with the United States leading significantly at $1040.49. These markets not only boast large customer populations but also demonstrate high total spending, reflecting robust purchasing power and opportunities for future expansion. </a:t>
            </a:r>
          </a:p>
          <a:p>
            <a:r>
              <a:rPr lang="en-US" sz="1200" b="0" i="0" dirty="0">
                <a:solidFill>
                  <a:srgbClr val="000000"/>
                </a:solidFill>
                <a:effectLst/>
                <a:latin typeface="Inter"/>
              </a:rPr>
              <a:t>Efficient Spend in Smaller Markets: Nations such as the Czech Republic, Ireland, and Portugal exhibit elevated average spending per customer (for instance, the Czech Republic at $136.62 and Ireland at $114.84), even though they have a smaller customer base. This indicates that, despite their size, customers in these markets are inclined to spend more on average, rendering them potentially profitable for focused marketing efforts. </a:t>
            </a:r>
          </a:p>
          <a:p>
            <a:r>
              <a:rPr lang="en-US" sz="1200" b="0" i="0" dirty="0">
                <a:solidFill>
                  <a:srgbClr val="000000"/>
                </a:solidFill>
                <a:effectLst/>
                <a:latin typeface="Inter"/>
              </a:rPr>
              <a:t>Lower Spending in Some Countries: Countries like Denmark, Austria, and Argentina display lower total expenditures and average spending per customer. These markets may necessitate customized strategies to enhance customer engagement and increase spending, potentially through promotional activities or by broadening product ranges.</a:t>
            </a:r>
            <a:endParaRPr lang="en-IN" sz="1200" dirty="0"/>
          </a:p>
        </p:txBody>
      </p:sp>
      <p:pic>
        <p:nvPicPr>
          <p:cNvPr id="10242" name="Picture 2">
            <a:extLst>
              <a:ext uri="{FF2B5EF4-FFF2-40B4-BE49-F238E27FC236}">
                <a16:creationId xmlns:a16="http://schemas.microsoft.com/office/drawing/2014/main" id="{CDA6B384-72A3-489B-86F1-2EF851701A3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05400" y="2603500"/>
            <a:ext cx="5174713" cy="3705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237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3B5BE64-96E0-494F-A848-7974F25D3DF8}"/>
              </a:ext>
            </a:extLst>
          </p:cNvPr>
          <p:cNvSpPr>
            <a:spLocks noGrp="1"/>
          </p:cNvSpPr>
          <p:nvPr>
            <p:ph type="title"/>
          </p:nvPr>
        </p:nvSpPr>
        <p:spPr>
          <a:xfrm>
            <a:off x="906780" y="1325880"/>
            <a:ext cx="9073834" cy="876300"/>
          </a:xfrm>
        </p:spPr>
        <p:txBody>
          <a:bodyPr/>
          <a:lstStyle/>
          <a:p>
            <a:pPr algn="ctr"/>
            <a:r>
              <a:rPr lang="en-GB" sz="2400" b="1" dirty="0">
                <a:solidFill>
                  <a:schemeClr val="bg1"/>
                </a:solidFill>
              </a:rPr>
              <a:t>INSIGHTS ON INCREASING SALES</a:t>
            </a:r>
            <a:endParaRPr lang="en-IN" sz="2400" b="1" dirty="0">
              <a:solidFill>
                <a:schemeClr val="bg1"/>
              </a:solidFill>
            </a:endParaRPr>
          </a:p>
        </p:txBody>
      </p:sp>
      <p:sp>
        <p:nvSpPr>
          <p:cNvPr id="7" name="Text Placeholder 6">
            <a:extLst>
              <a:ext uri="{FF2B5EF4-FFF2-40B4-BE49-F238E27FC236}">
                <a16:creationId xmlns:a16="http://schemas.microsoft.com/office/drawing/2014/main" id="{C95EE17A-7F3D-46FD-8397-D38FF59698FD}"/>
              </a:ext>
            </a:extLst>
          </p:cNvPr>
          <p:cNvSpPr>
            <a:spLocks noGrp="1"/>
          </p:cNvSpPr>
          <p:nvPr>
            <p:ph type="body" sz="half" idx="2"/>
          </p:nvPr>
        </p:nvSpPr>
        <p:spPr>
          <a:xfrm>
            <a:off x="1148797" y="3322320"/>
            <a:ext cx="9641123" cy="3383280"/>
          </a:xfrm>
        </p:spPr>
        <p:txBody>
          <a:bodyPr>
            <a:noAutofit/>
          </a:bodyPr>
          <a:lstStyle/>
          <a:p>
            <a:pPr marL="342900" indent="-342900">
              <a:buAutoNum type="arabicPeriod"/>
            </a:pPr>
            <a:r>
              <a:rPr lang="en-US" sz="1050" b="0" i="0" dirty="0">
                <a:solidFill>
                  <a:srgbClr val="000000"/>
                </a:solidFill>
                <a:effectLst/>
                <a:latin typeface="Inter"/>
              </a:rPr>
              <a:t>Sales reached their highest point in 2019 with 1,234 tracks sold, reflecting the effectiveness of marketing campaigns. Similar strategies can be applied to enhance future sales. </a:t>
            </a:r>
          </a:p>
          <a:p>
            <a:pPr marL="342900" indent="-342900">
              <a:buAutoNum type="arabicPeriod"/>
            </a:pPr>
            <a:r>
              <a:rPr lang="en-US" sz="1050" b="0" i="0" dirty="0">
                <a:solidFill>
                  <a:srgbClr val="000000"/>
                </a:solidFill>
                <a:effectLst/>
                <a:latin typeface="Inter"/>
              </a:rPr>
              <a:t>The rock genre accounts for 53% of total sales. It is advisable to focus on promoting rock albums and artists to maximize profitability. </a:t>
            </a:r>
          </a:p>
          <a:p>
            <a:pPr marL="342900" indent="-342900">
              <a:buAutoNum type="arabicPeriod"/>
            </a:pPr>
            <a:r>
              <a:rPr lang="en-US" sz="1050" b="0" i="0" dirty="0">
                <a:solidFill>
                  <a:srgbClr val="000000"/>
                </a:solidFill>
                <a:effectLst/>
                <a:latin typeface="Inter"/>
              </a:rPr>
              <a:t>Jimi Hendrix stands out with 2,624 sales. Re-releasing his work or offering exclusive content could enhance audience engagement. </a:t>
            </a:r>
          </a:p>
          <a:p>
            <a:pPr marL="342900" indent="-342900">
              <a:buAutoNum type="arabicPeriod"/>
            </a:pPr>
            <a:r>
              <a:rPr lang="en-US" sz="1050" b="0" i="0" dirty="0">
                <a:solidFill>
                  <a:srgbClr val="000000"/>
                </a:solidFill>
                <a:effectLst/>
                <a:latin typeface="Inter"/>
              </a:rPr>
              <a:t>The USA, Canada, and Brazil are identified as the leading markets. Implementing localized promotional strategies can further boost sales in these regions. </a:t>
            </a:r>
          </a:p>
          <a:p>
            <a:pPr marL="342900" indent="-342900">
              <a:buAutoNum type="arabicPeriod"/>
            </a:pPr>
            <a:r>
              <a:rPr lang="en-US" sz="1050" b="0" i="0" dirty="0">
                <a:solidFill>
                  <a:srgbClr val="000000"/>
                </a:solidFill>
                <a:effectLst/>
                <a:latin typeface="Inter"/>
              </a:rPr>
              <a:t>MPEG files are the most popular format, achieving 42,934 sales. Emphasis should be placed on this format while investigating the reasons behind the underperformance of video and protected formats. </a:t>
            </a:r>
          </a:p>
          <a:p>
            <a:pPr marL="342900" indent="-342900">
              <a:buAutoNum type="arabicPeriod"/>
            </a:pPr>
            <a:r>
              <a:rPr lang="en-US" sz="1050" b="0" i="0" dirty="0">
                <a:solidFill>
                  <a:srgbClr val="000000"/>
                </a:solidFill>
                <a:effectLst/>
                <a:latin typeface="Inter"/>
              </a:rPr>
              <a:t>There are potential opportunities in underperforming European and Asian markets that can be explored through targeted marketing campaigns. </a:t>
            </a:r>
          </a:p>
          <a:p>
            <a:pPr marL="342900" indent="-342900">
              <a:buAutoNum type="arabicPeriod"/>
            </a:pPr>
            <a:r>
              <a:rPr lang="en-US" sz="1050" b="0" i="0" dirty="0">
                <a:solidFill>
                  <a:srgbClr val="000000"/>
                </a:solidFill>
                <a:effectLst/>
                <a:latin typeface="Inter"/>
              </a:rPr>
              <a:t>Analyzing monthly and seasonal sales trends is essential to schedule promotions during peak purchasing periods. </a:t>
            </a:r>
          </a:p>
          <a:p>
            <a:pPr marL="342900" indent="-342900">
              <a:buAutoNum type="arabicPeriod"/>
            </a:pPr>
            <a:r>
              <a:rPr lang="en-US" sz="1050" b="0" i="0" dirty="0">
                <a:solidFill>
                  <a:srgbClr val="000000"/>
                </a:solidFill>
                <a:effectLst/>
                <a:latin typeface="Inter"/>
              </a:rPr>
              <a:t>Experimenting with bundle pricing and discount offers during slower sales periods may help increase overall sales volume. </a:t>
            </a:r>
          </a:p>
          <a:p>
            <a:pPr marL="342900" indent="-342900">
              <a:buAutoNum type="arabicPeriod"/>
            </a:pPr>
            <a:r>
              <a:rPr lang="en-US" sz="1050" b="0" i="0" dirty="0">
                <a:solidFill>
                  <a:srgbClr val="000000"/>
                </a:solidFill>
                <a:effectLst/>
                <a:latin typeface="Inter"/>
              </a:rPr>
              <a:t>Customer segmentation based on purchasing behavior, such as genre preferences or artist loyalty, should be utilized to customize marketing efforts. </a:t>
            </a:r>
          </a:p>
          <a:p>
            <a:pPr marL="342900" indent="-342900">
              <a:buAutoNum type="arabicPeriod"/>
            </a:pPr>
            <a:r>
              <a:rPr lang="en-US" sz="1050" b="0" i="0" dirty="0">
                <a:solidFill>
                  <a:srgbClr val="000000"/>
                </a:solidFill>
                <a:effectLst/>
                <a:latin typeface="Inter"/>
              </a:rPr>
              <a:t>Release timing and pricing should be informed by historical sales data to enhance the effectiveness of product launches.</a:t>
            </a:r>
            <a:endParaRPr lang="en-IN" sz="1050" dirty="0"/>
          </a:p>
        </p:txBody>
      </p:sp>
    </p:spTree>
    <p:extLst>
      <p:ext uri="{BB962C8B-B14F-4D97-AF65-F5344CB8AC3E}">
        <p14:creationId xmlns:p14="http://schemas.microsoft.com/office/powerpoint/2010/main" val="1912885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70A7-213B-4FB8-82EE-6E1084B85928}"/>
              </a:ext>
            </a:extLst>
          </p:cNvPr>
          <p:cNvSpPr>
            <a:spLocks noGrp="1"/>
          </p:cNvSpPr>
          <p:nvPr>
            <p:ph type="title"/>
          </p:nvPr>
        </p:nvSpPr>
        <p:spPr/>
        <p:txBody>
          <a:bodyPr/>
          <a:lstStyle/>
          <a:p>
            <a:pPr algn="ctr"/>
            <a:r>
              <a:rPr lang="en-GB" sz="4000" b="1" dirty="0">
                <a:solidFill>
                  <a:schemeClr val="bg1"/>
                </a:solidFill>
              </a:rPr>
              <a:t>CONCLUSION</a:t>
            </a:r>
            <a:endParaRPr lang="en-IN" dirty="0">
              <a:solidFill>
                <a:schemeClr val="bg1"/>
              </a:solidFill>
            </a:endParaRPr>
          </a:p>
        </p:txBody>
      </p:sp>
      <p:sp>
        <p:nvSpPr>
          <p:cNvPr id="3" name="Text Placeholder 2">
            <a:extLst>
              <a:ext uri="{FF2B5EF4-FFF2-40B4-BE49-F238E27FC236}">
                <a16:creationId xmlns:a16="http://schemas.microsoft.com/office/drawing/2014/main" id="{BA4CDE2D-810A-44C4-9796-0FEBD921EFFF}"/>
              </a:ext>
            </a:extLst>
          </p:cNvPr>
          <p:cNvSpPr>
            <a:spLocks noGrp="1"/>
          </p:cNvSpPr>
          <p:nvPr>
            <p:ph type="body" sz="half" idx="2"/>
          </p:nvPr>
        </p:nvSpPr>
        <p:spPr>
          <a:xfrm>
            <a:off x="815340" y="3268980"/>
            <a:ext cx="10690860" cy="3505200"/>
          </a:xfrm>
        </p:spPr>
        <p:txBody>
          <a:bodyPr/>
          <a:lstStyle/>
          <a:p>
            <a:r>
              <a:rPr lang="en-US" b="0" i="0" dirty="0">
                <a:solidFill>
                  <a:srgbClr val="000000"/>
                </a:solidFill>
                <a:effectLst/>
                <a:latin typeface="Inter"/>
              </a:rPr>
              <a:t>In summary, the analysis of music sales data highlights significant opportunities for growth by concentrating on specific genres, promoting artists, and implementing market-specific strategies. Rock and MPEG formats demonstrate the highest demand, with 2019 serving as a pivotal year for successful campaigns. By focusing targeted efforts in high-performing areas such as the USA and emerging markets like Europe, reach can be significantly improved. Utilizing data-driven insights and seasonal trends will aid in refining future sales strategies.</a:t>
            </a:r>
            <a:endParaRPr lang="en-IN" dirty="0"/>
          </a:p>
        </p:txBody>
      </p:sp>
    </p:spTree>
    <p:extLst>
      <p:ext uri="{BB962C8B-B14F-4D97-AF65-F5344CB8AC3E}">
        <p14:creationId xmlns:p14="http://schemas.microsoft.com/office/powerpoint/2010/main" val="1308338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F8D4BB-2DB5-460F-A410-4168E1677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139" y="595890"/>
            <a:ext cx="10666381" cy="6003029"/>
          </a:xfrm>
          <a:prstGeom prst="rect">
            <a:avLst/>
          </a:prstGeom>
        </p:spPr>
      </p:pic>
    </p:spTree>
    <p:extLst>
      <p:ext uri="{BB962C8B-B14F-4D97-AF65-F5344CB8AC3E}">
        <p14:creationId xmlns:p14="http://schemas.microsoft.com/office/powerpoint/2010/main" val="40332726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6148</TotalTime>
  <Words>2569</Words>
  <Application>Microsoft Office PowerPoint</Application>
  <PresentationFormat>Widescreen</PresentationFormat>
  <Paragraphs>157</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Agency FB</vt:lpstr>
      <vt:lpstr>Arial</vt:lpstr>
      <vt:lpstr>Calibri</vt:lpstr>
      <vt:lpstr>Century Gothic</vt:lpstr>
      <vt:lpstr>Inter</vt:lpstr>
      <vt:lpstr>Lato</vt:lpstr>
      <vt:lpstr>Wingdings</vt:lpstr>
      <vt:lpstr>Wingdings 3</vt:lpstr>
      <vt:lpstr>Ion Boardroom</vt:lpstr>
      <vt:lpstr>Chinook Project</vt:lpstr>
      <vt:lpstr>Agenda </vt:lpstr>
      <vt:lpstr>PROJECT DESCRIPTION</vt:lpstr>
      <vt:lpstr>Chinook Music Store</vt:lpstr>
      <vt:lpstr>Database Schema</vt:lpstr>
      <vt:lpstr>DATA OVERVIEW</vt:lpstr>
      <vt:lpstr>PowerPoint Presentation</vt:lpstr>
      <vt:lpstr>PowerPoint Presentation</vt:lpstr>
      <vt:lpstr>DATA CLEANING AND PROCESSING</vt:lpstr>
      <vt:lpstr>Yearly track sales analysis </vt:lpstr>
      <vt:lpstr>Percentage of customers across countries</vt:lpstr>
      <vt:lpstr>Percentage of total revenue across countries</vt:lpstr>
      <vt:lpstr>TOTAL SALES BY GENRE</vt:lpstr>
      <vt:lpstr>GENRE SALE PERCENTAGE</vt:lpstr>
      <vt:lpstr>TOP SELLING GENRES PERCENTAGE IN USA AND OTHER COUNTRIES</vt:lpstr>
      <vt:lpstr>PERCENTAGE OF CUSTOMER ACROSS COUNTRIES</vt:lpstr>
      <vt:lpstr>TOTAL SPENDING AND AVERAGE SPENDING VS COUNTRY</vt:lpstr>
      <vt:lpstr>AVERAGE PURCHASE FREQUENCY VS COUNTRY</vt:lpstr>
      <vt:lpstr>INSIGHTS ON INCREASING SALES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Chinook Project</dc:title>
  <dc:creator>Yasinshaikh25@outlook.com</dc:creator>
  <cp:lastModifiedBy>Yasinshaikh25@outlook.com</cp:lastModifiedBy>
  <cp:revision>9</cp:revision>
  <dcterms:created xsi:type="dcterms:W3CDTF">2026-05-02T10:28:23Z</dcterms:created>
  <dcterms:modified xsi:type="dcterms:W3CDTF">2026-08-08T08:17:47Z</dcterms:modified>
</cp:coreProperties>
</file>